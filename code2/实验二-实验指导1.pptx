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  <p:sldMasterId id="2147484080" r:id="rId2"/>
  </p:sldMasterIdLst>
  <p:notesMasterIdLst>
    <p:notesMasterId r:id="rId8"/>
  </p:notesMasterIdLst>
  <p:handoutMasterIdLst>
    <p:handoutMasterId r:id="rId9"/>
  </p:handoutMasterIdLst>
  <p:sldIdLst>
    <p:sldId id="370" r:id="rId3"/>
    <p:sldId id="371" r:id="rId4"/>
    <p:sldId id="464" r:id="rId5"/>
    <p:sldId id="465" r:id="rId6"/>
    <p:sldId id="466" r:id="rId7"/>
  </p:sldIdLst>
  <p:sldSz cx="9144000" cy="6858000" type="screen4x3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281FA1"/>
    <a:srgbClr val="7AB0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80" autoAdjust="0"/>
    <p:restoredTop sz="94660"/>
  </p:normalViewPr>
  <p:slideViewPr>
    <p:cSldViewPr>
      <p:cViewPr varScale="1">
        <p:scale>
          <a:sx n="128" d="100"/>
          <a:sy n="128" d="100"/>
        </p:scale>
        <p:origin x="1762" y="8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A4C09-21EC-4612-A6F8-5F0404919ACA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77C34-5E7E-4620-B369-68063F1033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700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ED282-395E-43CC-8490-96C3130DDD24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82E36-604D-440E-9CC0-23EE60B4C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325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gif"/><Relationship Id="rId7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7" name="日期占位符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EBDDC3"/>
              </a:solidFill>
            </a:endParaRPr>
          </a:p>
        </p:txBody>
      </p:sp>
      <p:sp>
        <p:nvSpPr>
          <p:cNvPr id="11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58BB4DD-E2EE-40CB-BB18-A63FC30D9039}" type="slidenum">
              <a:rPr lang="zh-CN" altLang="en-US">
                <a:solidFill>
                  <a:srgbClr val="EBDDC3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EBDD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897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D176B-8FD8-4437-A847-A3358D9ABB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52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7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341BF26-56E3-4F02-8723-FB4B3713AF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页脚占位符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07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BCBB0C1-2F01-486E-AEAB-7153F9066F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页脚占位符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441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日期占位符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1C5BA65-34EB-4B4D-B75A-F3277416BE6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页脚占位符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01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349C4-11AE-4F0C-A8B2-CF732D9B560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730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3D1B8F6-91C2-4957-A1A8-A1E326FB5B73}" type="slidenum">
              <a:rPr lang="zh-CN" altLang="en-US">
                <a:solidFill>
                  <a:srgbClr val="775F55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41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FE24E-6D3D-4682-A903-27F6246C9A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921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9" name="日期占位符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10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0D024CEE-048B-4CE3-BE78-5C769D40DA7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1" name="页脚占位符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107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C582C1-4AC1-48E4-9E4F-7E049E9947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7335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CCF1C-8E7C-44A6-A3F0-FB7738E715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642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8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30286-1086-45A9-B2A8-D5AAFA67CF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705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6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7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C6A9E-2D61-4648-A03F-8360CBC08B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56966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="" xmlns:a16="http://schemas.microsoft.com/office/drawing/2014/main" id="{720C76DF-70E8-45D9-B220-5F891C42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47" y="205884"/>
            <a:ext cx="6629400" cy="1143000"/>
          </a:xfrm>
          <a:prstGeom prst="rect">
            <a:avLst/>
          </a:prstGeom>
        </p:spPr>
        <p:txBody>
          <a:bodyPr/>
          <a:lstStyle>
            <a:lvl1pPr algn="l">
              <a:defRPr kumimoji="1" lang="zh-CN" altLang="en-US" sz="40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黑体" pitchFamily="49" charset="-122"/>
                <a:cs typeface="Arial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="" xmlns:a16="http://schemas.microsoft.com/office/drawing/2014/main" id="{1CC97FA2-A371-4A35-9CAA-A58172F0F25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8641" y="1412776"/>
            <a:ext cx="8568952" cy="51845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00066"/>
              </a:buClr>
              <a:buSzPct val="80000"/>
              <a:buFontTx/>
              <a:buBlip>
                <a:blip r:embed="rId3"/>
              </a:buBlip>
              <a:defRPr kumimoji="1" lang="zh-CN" altLang="en-US" sz="3200" b="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  <a:lvl2pPr marL="742950" indent="-285750">
              <a:spcBef>
                <a:spcPts val="1200"/>
              </a:spcBef>
              <a:buClr>
                <a:srgbClr val="000066"/>
              </a:buClr>
              <a:buSzPct val="80000"/>
              <a:defRPr kumimoji="1" lang="zh-CN" altLang="en-US" sz="30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ts val="1200"/>
              </a:spcBef>
              <a:buClr>
                <a:srgbClr val="000066"/>
              </a:buClr>
              <a:buSzPct val="80000"/>
              <a:defRPr kumimoji="1" lang="zh-CN" altLang="en-US" sz="2800" b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703388" indent="-331788">
              <a:buClr>
                <a:srgbClr val="000066"/>
              </a:buClr>
              <a:buSzPct val="80000"/>
              <a:buFont typeface="Wingdings" panose="05000000000000000000" pitchFamily="2" charset="2"/>
              <a:buChar char="l"/>
              <a:defRPr sz="2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Clr>
                <a:srgbClr val="000066"/>
              </a:buClr>
              <a:buSzPct val="80000"/>
              <a:defRPr sz="2400" b="1"/>
            </a:lvl5pPr>
          </a:lstStyle>
          <a:p>
            <a:pPr marL="342900" lvl="0" indent="-3429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FontTx/>
              <a:buBlip>
                <a:blip r:embed="rId3"/>
              </a:buBlip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Blip>
                <a:blip r:embed="rId4"/>
              </a:buBlip>
            </a:pPr>
            <a:r>
              <a:rPr lang="zh-CN" altLang="en-US" dirty="0"/>
              <a:t>第二级</a:t>
            </a:r>
          </a:p>
          <a:p>
            <a:pPr marL="1255713" lvl="2" indent="-341313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Pct val="80000"/>
              <a:buBlip>
                <a:blip r:embed="rId5"/>
              </a:buBlip>
            </a:pPr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pic>
        <p:nvPicPr>
          <p:cNvPr id="6" name="图片 4" descr="bar.jpg">
            <a:extLst>
              <a:ext uri="{FF2B5EF4-FFF2-40B4-BE49-F238E27FC236}">
                <a16:creationId xmlns="" xmlns:a16="http://schemas.microsoft.com/office/drawing/2014/main" id="{C2CC6AEC-5E2F-4173-93D1-1F172FCC4C0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6493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" y="1097848"/>
            <a:ext cx="9144000" cy="127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7" name="图片 7">
            <a:extLst>
              <a:ext uri="{FF2B5EF4-FFF2-40B4-BE49-F238E27FC236}">
                <a16:creationId xmlns="" xmlns:a16="http://schemas.microsoft.com/office/drawing/2014/main" id="{C748BDF2-2383-49E1-BBA8-890749E44B5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79976" y="0"/>
            <a:ext cx="1264024" cy="38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灯片编号占位符 3">
            <a:extLst>
              <a:ext uri="{FF2B5EF4-FFF2-40B4-BE49-F238E27FC236}">
                <a16:creationId xmlns="" xmlns:a16="http://schemas.microsoft.com/office/drawing/2014/main" id="{51D8410E-C442-46B1-AB70-B2B881795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F79E1AD-631B-414E-B41B-7066BE129458}" type="slidenum">
              <a:rPr lang="en-US" altLang="zh-CN" sz="2800">
                <a:solidFill>
                  <a:srgbClr val="FFFF00"/>
                </a:solidFill>
                <a:latin typeface="Garamond" pitchFamily="18" charset="0"/>
                <a:ea typeface="黑体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z="2800">
              <a:solidFill>
                <a:srgbClr val="FFFF00"/>
              </a:solidFill>
              <a:latin typeface="Garamond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6534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5414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>
            <a:spLocks noChangeArrowheads="1"/>
          </p:cNvSpPr>
          <p:nvPr userDrawn="1"/>
        </p:nvSpPr>
        <p:spPr bwMode="auto">
          <a:xfrm>
            <a:off x="0" y="0"/>
            <a:ext cx="9144000" cy="6920755"/>
          </a:xfrm>
          <a:prstGeom prst="rect">
            <a:avLst/>
          </a:prstGeom>
          <a:solidFill>
            <a:schemeClr val="bg1">
              <a:alpha val="8705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prstClr val="black"/>
              </a:solidFill>
            </a:endParaRPr>
          </a:p>
        </p:txBody>
      </p:sp>
      <p:pic>
        <p:nvPicPr>
          <p:cNvPr id="4" name="图片 7">
            <a:extLst>
              <a:ext uri="{FF2B5EF4-FFF2-40B4-BE49-F238E27FC236}">
                <a16:creationId xmlns="" xmlns:a16="http://schemas.microsoft.com/office/drawing/2014/main" id="{0A24DDCD-0B3F-44CB-855C-1F0BCDA0C3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79976" y="0"/>
            <a:ext cx="1264024" cy="384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08600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69151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 userDrawn="1"/>
        </p:nvSpPr>
        <p:spPr>
          <a:xfrm>
            <a:off x="-3966" y="0"/>
            <a:ext cx="9144000" cy="6869721"/>
          </a:xfrm>
          <a:prstGeom prst="rect">
            <a:avLst/>
          </a:prstGeom>
          <a:gradFill>
            <a:gsLst>
              <a:gs pos="24000">
                <a:srgbClr val="FFFFFF">
                  <a:alpha val="44000"/>
                </a:srgbClr>
              </a:gs>
              <a:gs pos="0">
                <a:schemeClr val="bg1">
                  <a:alpha val="0"/>
                </a:schemeClr>
              </a:gs>
              <a:gs pos="69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4" name="组合 3"/>
          <p:cNvGrpSpPr/>
          <p:nvPr userDrawn="1"/>
        </p:nvGrpSpPr>
        <p:grpSpPr>
          <a:xfrm>
            <a:off x="6029325" y="-1"/>
            <a:ext cx="6026735" cy="6858001"/>
            <a:chOff x="1502936" y="-740618"/>
            <a:chExt cx="6188355" cy="6185476"/>
          </a:xfrm>
          <a:solidFill>
            <a:srgbClr val="940A40">
              <a:alpha val="16000"/>
            </a:srgbClr>
          </a:solidFill>
        </p:grpSpPr>
        <p:sp>
          <p:nvSpPr>
            <p:cNvPr id="5" name="Freeform 5"/>
            <p:cNvSpPr/>
            <p:nvPr/>
          </p:nvSpPr>
          <p:spPr bwMode="auto">
            <a:xfrm>
              <a:off x="4764056" y="-426883"/>
              <a:ext cx="538243" cy="584295"/>
            </a:xfrm>
            <a:custGeom>
              <a:avLst/>
              <a:gdLst>
                <a:gd name="T0" fmla="*/ 59 w 79"/>
                <a:gd name="T1" fmla="*/ 63 h 86"/>
                <a:gd name="T2" fmla="*/ 28 w 79"/>
                <a:gd name="T3" fmla="*/ 84 h 86"/>
                <a:gd name="T4" fmla="*/ 2 w 79"/>
                <a:gd name="T5" fmla="*/ 60 h 86"/>
                <a:gd name="T6" fmla="*/ 10 w 79"/>
                <a:gd name="T7" fmla="*/ 11 h 86"/>
                <a:gd name="T8" fmla="*/ 1 w 79"/>
                <a:gd name="T9" fmla="*/ 2 h 86"/>
                <a:gd name="T10" fmla="*/ 4 w 79"/>
                <a:gd name="T11" fmla="*/ 0 h 86"/>
                <a:gd name="T12" fmla="*/ 19 w 79"/>
                <a:gd name="T13" fmla="*/ 3 h 86"/>
                <a:gd name="T14" fmla="*/ 35 w 79"/>
                <a:gd name="T15" fmla="*/ 5 h 86"/>
                <a:gd name="T16" fmla="*/ 37 w 79"/>
                <a:gd name="T17" fmla="*/ 7 h 86"/>
                <a:gd name="T18" fmla="*/ 26 w 79"/>
                <a:gd name="T19" fmla="*/ 13 h 86"/>
                <a:gd name="T20" fmla="*/ 19 w 79"/>
                <a:gd name="T21" fmla="*/ 62 h 86"/>
                <a:gd name="T22" fmla="*/ 33 w 79"/>
                <a:gd name="T23" fmla="*/ 81 h 86"/>
                <a:gd name="T24" fmla="*/ 56 w 79"/>
                <a:gd name="T25" fmla="*/ 63 h 86"/>
                <a:gd name="T26" fmla="*/ 61 w 79"/>
                <a:gd name="T27" fmla="*/ 30 h 86"/>
                <a:gd name="T28" fmla="*/ 55 w 79"/>
                <a:gd name="T29" fmla="*/ 11 h 86"/>
                <a:gd name="T30" fmla="*/ 52 w 79"/>
                <a:gd name="T31" fmla="*/ 9 h 86"/>
                <a:gd name="T32" fmla="*/ 54 w 79"/>
                <a:gd name="T33" fmla="*/ 8 h 86"/>
                <a:gd name="T34" fmla="*/ 66 w 79"/>
                <a:gd name="T35" fmla="*/ 10 h 86"/>
                <a:gd name="T36" fmla="*/ 77 w 79"/>
                <a:gd name="T37" fmla="*/ 12 h 86"/>
                <a:gd name="T38" fmla="*/ 79 w 79"/>
                <a:gd name="T39" fmla="*/ 13 h 86"/>
                <a:gd name="T40" fmla="*/ 75 w 79"/>
                <a:gd name="T41" fmla="*/ 15 h 86"/>
                <a:gd name="T42" fmla="*/ 64 w 79"/>
                <a:gd name="T43" fmla="*/ 30 h 86"/>
                <a:gd name="T44" fmla="*/ 59 w 79"/>
                <a:gd name="T45" fmla="*/ 6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9" h="86">
                  <a:moveTo>
                    <a:pt x="59" y="63"/>
                  </a:moveTo>
                  <a:cubicBezTo>
                    <a:pt x="56" y="80"/>
                    <a:pt x="43" y="86"/>
                    <a:pt x="28" y="84"/>
                  </a:cubicBezTo>
                  <a:cubicBezTo>
                    <a:pt x="10" y="81"/>
                    <a:pt x="0" y="71"/>
                    <a:pt x="2" y="6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1" y="2"/>
                    <a:pt x="1" y="5"/>
                    <a:pt x="1" y="2"/>
                  </a:cubicBezTo>
                  <a:cubicBezTo>
                    <a:pt x="2" y="1"/>
                    <a:pt x="2" y="0"/>
                    <a:pt x="4" y="0"/>
                  </a:cubicBezTo>
                  <a:cubicBezTo>
                    <a:pt x="10" y="1"/>
                    <a:pt x="15" y="2"/>
                    <a:pt x="19" y="3"/>
                  </a:cubicBezTo>
                  <a:cubicBezTo>
                    <a:pt x="24" y="4"/>
                    <a:pt x="29" y="4"/>
                    <a:pt x="35" y="5"/>
                  </a:cubicBezTo>
                  <a:cubicBezTo>
                    <a:pt x="37" y="6"/>
                    <a:pt x="37" y="6"/>
                    <a:pt x="37" y="7"/>
                  </a:cubicBezTo>
                  <a:cubicBezTo>
                    <a:pt x="37" y="10"/>
                    <a:pt x="28" y="4"/>
                    <a:pt x="26" y="13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7" y="71"/>
                    <a:pt x="24" y="80"/>
                    <a:pt x="33" y="81"/>
                  </a:cubicBezTo>
                  <a:cubicBezTo>
                    <a:pt x="45" y="83"/>
                    <a:pt x="54" y="77"/>
                    <a:pt x="56" y="63"/>
                  </a:cubicBezTo>
                  <a:cubicBezTo>
                    <a:pt x="61" y="30"/>
                    <a:pt x="61" y="30"/>
                    <a:pt x="61" y="30"/>
                  </a:cubicBezTo>
                  <a:cubicBezTo>
                    <a:pt x="63" y="20"/>
                    <a:pt x="60" y="14"/>
                    <a:pt x="55" y="11"/>
                  </a:cubicBezTo>
                  <a:cubicBezTo>
                    <a:pt x="54" y="11"/>
                    <a:pt x="52" y="10"/>
                    <a:pt x="52" y="9"/>
                  </a:cubicBezTo>
                  <a:cubicBezTo>
                    <a:pt x="52" y="9"/>
                    <a:pt x="52" y="8"/>
                    <a:pt x="54" y="8"/>
                  </a:cubicBezTo>
                  <a:cubicBezTo>
                    <a:pt x="57" y="9"/>
                    <a:pt x="61" y="10"/>
                    <a:pt x="66" y="10"/>
                  </a:cubicBezTo>
                  <a:cubicBezTo>
                    <a:pt x="70" y="11"/>
                    <a:pt x="75" y="11"/>
                    <a:pt x="77" y="12"/>
                  </a:cubicBezTo>
                  <a:cubicBezTo>
                    <a:pt x="79" y="12"/>
                    <a:pt x="79" y="13"/>
                    <a:pt x="79" y="13"/>
                  </a:cubicBezTo>
                  <a:cubicBezTo>
                    <a:pt x="79" y="14"/>
                    <a:pt x="77" y="14"/>
                    <a:pt x="75" y="15"/>
                  </a:cubicBezTo>
                  <a:cubicBezTo>
                    <a:pt x="70" y="15"/>
                    <a:pt x="65" y="20"/>
                    <a:pt x="64" y="30"/>
                  </a:cubicBezTo>
                  <a:lnTo>
                    <a:pt x="59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6" name="Freeform 6"/>
            <p:cNvSpPr/>
            <p:nvPr/>
          </p:nvSpPr>
          <p:spPr bwMode="auto">
            <a:xfrm>
              <a:off x="5247611" y="-297359"/>
              <a:ext cx="731090" cy="687914"/>
            </a:xfrm>
            <a:custGeom>
              <a:avLst/>
              <a:gdLst>
                <a:gd name="T0" fmla="*/ 21 w 107"/>
                <a:gd name="T1" fmla="*/ 61 h 101"/>
                <a:gd name="T2" fmla="*/ 22 w 107"/>
                <a:gd name="T3" fmla="*/ 76 h 101"/>
                <a:gd name="T4" fmla="*/ 27 w 107"/>
                <a:gd name="T5" fmla="*/ 81 h 101"/>
                <a:gd name="T6" fmla="*/ 25 w 107"/>
                <a:gd name="T7" fmla="*/ 81 h 101"/>
                <a:gd name="T8" fmla="*/ 13 w 107"/>
                <a:gd name="T9" fmla="*/ 76 h 101"/>
                <a:gd name="T10" fmla="*/ 1 w 107"/>
                <a:gd name="T11" fmla="*/ 71 h 101"/>
                <a:gd name="T12" fmla="*/ 0 w 107"/>
                <a:gd name="T13" fmla="*/ 69 h 101"/>
                <a:gd name="T14" fmla="*/ 7 w 107"/>
                <a:gd name="T15" fmla="*/ 70 h 101"/>
                <a:gd name="T16" fmla="*/ 19 w 107"/>
                <a:gd name="T17" fmla="*/ 59 h 101"/>
                <a:gd name="T18" fmla="*/ 39 w 107"/>
                <a:gd name="T19" fmla="*/ 14 h 101"/>
                <a:gd name="T20" fmla="*/ 32 w 107"/>
                <a:gd name="T21" fmla="*/ 3 h 101"/>
                <a:gd name="T22" fmla="*/ 30 w 107"/>
                <a:gd name="T23" fmla="*/ 1 h 101"/>
                <a:gd name="T24" fmla="*/ 32 w 107"/>
                <a:gd name="T25" fmla="*/ 0 h 101"/>
                <a:gd name="T26" fmla="*/ 43 w 107"/>
                <a:gd name="T27" fmla="*/ 5 h 101"/>
                <a:gd name="T28" fmla="*/ 55 w 107"/>
                <a:gd name="T29" fmla="*/ 11 h 101"/>
                <a:gd name="T30" fmla="*/ 71 w 107"/>
                <a:gd name="T31" fmla="*/ 74 h 101"/>
                <a:gd name="T32" fmla="*/ 72 w 107"/>
                <a:gd name="T33" fmla="*/ 74 h 101"/>
                <a:gd name="T34" fmla="*/ 85 w 107"/>
                <a:gd name="T35" fmla="*/ 43 h 101"/>
                <a:gd name="T36" fmla="*/ 84 w 107"/>
                <a:gd name="T37" fmla="*/ 27 h 101"/>
                <a:gd name="T38" fmla="*/ 80 w 107"/>
                <a:gd name="T39" fmla="*/ 23 h 101"/>
                <a:gd name="T40" fmla="*/ 82 w 107"/>
                <a:gd name="T41" fmla="*/ 22 h 101"/>
                <a:gd name="T42" fmla="*/ 93 w 107"/>
                <a:gd name="T43" fmla="*/ 28 h 101"/>
                <a:gd name="T44" fmla="*/ 105 w 107"/>
                <a:gd name="T45" fmla="*/ 33 h 101"/>
                <a:gd name="T46" fmla="*/ 106 w 107"/>
                <a:gd name="T47" fmla="*/ 34 h 101"/>
                <a:gd name="T48" fmla="*/ 100 w 107"/>
                <a:gd name="T49" fmla="*/ 34 h 101"/>
                <a:gd name="T50" fmla="*/ 88 w 107"/>
                <a:gd name="T51" fmla="*/ 44 h 101"/>
                <a:gd name="T52" fmla="*/ 64 w 107"/>
                <a:gd name="T53" fmla="*/ 97 h 101"/>
                <a:gd name="T54" fmla="*/ 62 w 107"/>
                <a:gd name="T55" fmla="*/ 100 h 101"/>
                <a:gd name="T56" fmla="*/ 60 w 107"/>
                <a:gd name="T57" fmla="*/ 97 h 101"/>
                <a:gd name="T58" fmla="*/ 40 w 107"/>
                <a:gd name="T59" fmla="*/ 19 h 101"/>
                <a:gd name="T60" fmla="*/ 40 w 107"/>
                <a:gd name="T61" fmla="*/ 19 h 101"/>
                <a:gd name="T62" fmla="*/ 21 w 107"/>
                <a:gd name="T63" fmla="*/ 6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7" h="101">
                  <a:moveTo>
                    <a:pt x="21" y="61"/>
                  </a:moveTo>
                  <a:cubicBezTo>
                    <a:pt x="18" y="69"/>
                    <a:pt x="20" y="74"/>
                    <a:pt x="22" y="76"/>
                  </a:cubicBezTo>
                  <a:cubicBezTo>
                    <a:pt x="24" y="79"/>
                    <a:pt x="28" y="79"/>
                    <a:pt x="27" y="81"/>
                  </a:cubicBezTo>
                  <a:cubicBezTo>
                    <a:pt x="26" y="82"/>
                    <a:pt x="26" y="82"/>
                    <a:pt x="25" y="81"/>
                  </a:cubicBezTo>
                  <a:cubicBezTo>
                    <a:pt x="21" y="80"/>
                    <a:pt x="17" y="78"/>
                    <a:pt x="13" y="76"/>
                  </a:cubicBezTo>
                  <a:cubicBezTo>
                    <a:pt x="9" y="74"/>
                    <a:pt x="5" y="73"/>
                    <a:pt x="1" y="71"/>
                  </a:cubicBezTo>
                  <a:cubicBezTo>
                    <a:pt x="0" y="70"/>
                    <a:pt x="0" y="70"/>
                    <a:pt x="0" y="69"/>
                  </a:cubicBezTo>
                  <a:cubicBezTo>
                    <a:pt x="1" y="67"/>
                    <a:pt x="3" y="70"/>
                    <a:pt x="7" y="70"/>
                  </a:cubicBezTo>
                  <a:cubicBezTo>
                    <a:pt x="10" y="70"/>
                    <a:pt x="15" y="68"/>
                    <a:pt x="19" y="59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8" y="8"/>
                    <a:pt x="35" y="5"/>
                    <a:pt x="32" y="3"/>
                  </a:cubicBezTo>
                  <a:cubicBezTo>
                    <a:pt x="31" y="2"/>
                    <a:pt x="30" y="2"/>
                    <a:pt x="30" y="1"/>
                  </a:cubicBezTo>
                  <a:cubicBezTo>
                    <a:pt x="31" y="0"/>
                    <a:pt x="31" y="0"/>
                    <a:pt x="32" y="0"/>
                  </a:cubicBezTo>
                  <a:cubicBezTo>
                    <a:pt x="36" y="2"/>
                    <a:pt x="39" y="4"/>
                    <a:pt x="43" y="5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71" y="74"/>
                    <a:pt x="71" y="74"/>
                    <a:pt x="71" y="74"/>
                  </a:cubicBezTo>
                  <a:cubicBezTo>
                    <a:pt x="72" y="74"/>
                    <a:pt x="72" y="74"/>
                    <a:pt x="72" y="74"/>
                  </a:cubicBezTo>
                  <a:cubicBezTo>
                    <a:pt x="85" y="43"/>
                    <a:pt x="85" y="43"/>
                    <a:pt x="85" y="43"/>
                  </a:cubicBezTo>
                  <a:cubicBezTo>
                    <a:pt x="89" y="35"/>
                    <a:pt x="87" y="30"/>
                    <a:pt x="84" y="27"/>
                  </a:cubicBezTo>
                  <a:cubicBezTo>
                    <a:pt x="82" y="25"/>
                    <a:pt x="79" y="24"/>
                    <a:pt x="80" y="23"/>
                  </a:cubicBezTo>
                  <a:cubicBezTo>
                    <a:pt x="80" y="22"/>
                    <a:pt x="80" y="22"/>
                    <a:pt x="82" y="22"/>
                  </a:cubicBezTo>
                  <a:cubicBezTo>
                    <a:pt x="85" y="24"/>
                    <a:pt x="89" y="26"/>
                    <a:pt x="93" y="28"/>
                  </a:cubicBezTo>
                  <a:cubicBezTo>
                    <a:pt x="98" y="29"/>
                    <a:pt x="102" y="31"/>
                    <a:pt x="105" y="33"/>
                  </a:cubicBezTo>
                  <a:cubicBezTo>
                    <a:pt x="107" y="33"/>
                    <a:pt x="106" y="34"/>
                    <a:pt x="106" y="34"/>
                  </a:cubicBezTo>
                  <a:cubicBezTo>
                    <a:pt x="105" y="36"/>
                    <a:pt x="103" y="34"/>
                    <a:pt x="100" y="34"/>
                  </a:cubicBezTo>
                  <a:cubicBezTo>
                    <a:pt x="96" y="34"/>
                    <a:pt x="91" y="36"/>
                    <a:pt x="88" y="44"/>
                  </a:cubicBezTo>
                  <a:cubicBezTo>
                    <a:pt x="64" y="97"/>
                    <a:pt x="64" y="97"/>
                    <a:pt x="64" y="97"/>
                  </a:cubicBezTo>
                  <a:cubicBezTo>
                    <a:pt x="63" y="99"/>
                    <a:pt x="62" y="101"/>
                    <a:pt x="62" y="100"/>
                  </a:cubicBezTo>
                  <a:cubicBezTo>
                    <a:pt x="61" y="100"/>
                    <a:pt x="60" y="98"/>
                    <a:pt x="60" y="97"/>
                  </a:cubicBezTo>
                  <a:cubicBezTo>
                    <a:pt x="40" y="19"/>
                    <a:pt x="40" y="19"/>
                    <a:pt x="40" y="19"/>
                  </a:cubicBezTo>
                  <a:cubicBezTo>
                    <a:pt x="40" y="19"/>
                    <a:pt x="40" y="19"/>
                    <a:pt x="40" y="19"/>
                  </a:cubicBezTo>
                  <a:lnTo>
                    <a:pt x="21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7" name="Freeform 7"/>
            <p:cNvSpPr/>
            <p:nvPr/>
          </p:nvSpPr>
          <p:spPr bwMode="auto">
            <a:xfrm>
              <a:off x="5808880" y="22132"/>
              <a:ext cx="497948" cy="572782"/>
            </a:xfrm>
            <a:custGeom>
              <a:avLst/>
              <a:gdLst>
                <a:gd name="T0" fmla="*/ 47 w 73"/>
                <a:gd name="T1" fmla="*/ 13 h 84"/>
                <a:gd name="T2" fmla="*/ 43 w 73"/>
                <a:gd name="T3" fmla="*/ 1 h 84"/>
                <a:gd name="T4" fmla="*/ 46 w 73"/>
                <a:gd name="T5" fmla="*/ 1 h 84"/>
                <a:gd name="T6" fmla="*/ 59 w 73"/>
                <a:gd name="T7" fmla="*/ 11 h 84"/>
                <a:gd name="T8" fmla="*/ 72 w 73"/>
                <a:gd name="T9" fmla="*/ 20 h 84"/>
                <a:gd name="T10" fmla="*/ 73 w 73"/>
                <a:gd name="T11" fmla="*/ 22 h 84"/>
                <a:gd name="T12" fmla="*/ 60 w 73"/>
                <a:gd name="T13" fmla="*/ 23 h 84"/>
                <a:gd name="T14" fmla="*/ 26 w 73"/>
                <a:gd name="T15" fmla="*/ 71 h 84"/>
                <a:gd name="T16" fmla="*/ 29 w 73"/>
                <a:gd name="T17" fmla="*/ 83 h 84"/>
                <a:gd name="T18" fmla="*/ 27 w 73"/>
                <a:gd name="T19" fmla="*/ 83 h 84"/>
                <a:gd name="T20" fmla="*/ 14 w 73"/>
                <a:gd name="T21" fmla="*/ 73 h 84"/>
                <a:gd name="T22" fmla="*/ 1 w 73"/>
                <a:gd name="T23" fmla="*/ 64 h 84"/>
                <a:gd name="T24" fmla="*/ 0 w 73"/>
                <a:gd name="T25" fmla="*/ 62 h 84"/>
                <a:gd name="T26" fmla="*/ 13 w 73"/>
                <a:gd name="T27" fmla="*/ 61 h 84"/>
                <a:gd name="T28" fmla="*/ 47 w 73"/>
                <a:gd name="T29" fmla="*/ 1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" h="84">
                  <a:moveTo>
                    <a:pt x="47" y="13"/>
                  </a:moveTo>
                  <a:cubicBezTo>
                    <a:pt x="52" y="6"/>
                    <a:pt x="42" y="4"/>
                    <a:pt x="43" y="1"/>
                  </a:cubicBezTo>
                  <a:cubicBezTo>
                    <a:pt x="44" y="1"/>
                    <a:pt x="45" y="0"/>
                    <a:pt x="46" y="1"/>
                  </a:cubicBezTo>
                  <a:cubicBezTo>
                    <a:pt x="51" y="5"/>
                    <a:pt x="55" y="8"/>
                    <a:pt x="59" y="11"/>
                  </a:cubicBezTo>
                  <a:cubicBezTo>
                    <a:pt x="62" y="13"/>
                    <a:pt x="67" y="16"/>
                    <a:pt x="72" y="20"/>
                  </a:cubicBezTo>
                  <a:cubicBezTo>
                    <a:pt x="73" y="21"/>
                    <a:pt x="73" y="22"/>
                    <a:pt x="73" y="22"/>
                  </a:cubicBezTo>
                  <a:cubicBezTo>
                    <a:pt x="71" y="25"/>
                    <a:pt x="65" y="16"/>
                    <a:pt x="60" y="23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1" y="78"/>
                    <a:pt x="31" y="80"/>
                    <a:pt x="29" y="83"/>
                  </a:cubicBezTo>
                  <a:cubicBezTo>
                    <a:pt x="29" y="83"/>
                    <a:pt x="28" y="84"/>
                    <a:pt x="27" y="83"/>
                  </a:cubicBezTo>
                  <a:cubicBezTo>
                    <a:pt x="22" y="79"/>
                    <a:pt x="18" y="76"/>
                    <a:pt x="14" y="73"/>
                  </a:cubicBezTo>
                  <a:cubicBezTo>
                    <a:pt x="10" y="71"/>
                    <a:pt x="6" y="68"/>
                    <a:pt x="1" y="64"/>
                  </a:cubicBezTo>
                  <a:cubicBezTo>
                    <a:pt x="0" y="63"/>
                    <a:pt x="0" y="62"/>
                    <a:pt x="0" y="62"/>
                  </a:cubicBezTo>
                  <a:cubicBezTo>
                    <a:pt x="2" y="59"/>
                    <a:pt x="7" y="68"/>
                    <a:pt x="13" y="61"/>
                  </a:cubicBezTo>
                  <a:lnTo>
                    <a:pt x="47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8" name="Freeform 8"/>
            <p:cNvSpPr/>
            <p:nvPr/>
          </p:nvSpPr>
          <p:spPr bwMode="auto">
            <a:xfrm>
              <a:off x="6217599" y="255275"/>
              <a:ext cx="587174" cy="558391"/>
            </a:xfrm>
            <a:custGeom>
              <a:avLst/>
              <a:gdLst>
                <a:gd name="T0" fmla="*/ 58 w 86"/>
                <a:gd name="T1" fmla="*/ 57 h 82"/>
                <a:gd name="T2" fmla="*/ 65 w 86"/>
                <a:gd name="T3" fmla="*/ 53 h 82"/>
                <a:gd name="T4" fmla="*/ 66 w 86"/>
                <a:gd name="T5" fmla="*/ 38 h 82"/>
                <a:gd name="T6" fmla="*/ 68 w 86"/>
                <a:gd name="T7" fmla="*/ 39 h 82"/>
                <a:gd name="T8" fmla="*/ 76 w 86"/>
                <a:gd name="T9" fmla="*/ 47 h 82"/>
                <a:gd name="T10" fmla="*/ 84 w 86"/>
                <a:gd name="T11" fmla="*/ 55 h 82"/>
                <a:gd name="T12" fmla="*/ 85 w 86"/>
                <a:gd name="T13" fmla="*/ 59 h 82"/>
                <a:gd name="T14" fmla="*/ 64 w 86"/>
                <a:gd name="T15" fmla="*/ 58 h 82"/>
                <a:gd name="T16" fmla="*/ 4 w 86"/>
                <a:gd name="T17" fmla="*/ 81 h 82"/>
                <a:gd name="T18" fmla="*/ 0 w 86"/>
                <a:gd name="T19" fmla="*/ 82 h 82"/>
                <a:gd name="T20" fmla="*/ 1 w 86"/>
                <a:gd name="T21" fmla="*/ 79 h 82"/>
                <a:gd name="T22" fmla="*/ 30 w 86"/>
                <a:gd name="T23" fmla="*/ 14 h 82"/>
                <a:gd name="T24" fmla="*/ 30 w 86"/>
                <a:gd name="T25" fmla="*/ 0 h 82"/>
                <a:gd name="T26" fmla="*/ 32 w 86"/>
                <a:gd name="T27" fmla="*/ 0 h 82"/>
                <a:gd name="T28" fmla="*/ 42 w 86"/>
                <a:gd name="T29" fmla="*/ 12 h 82"/>
                <a:gd name="T30" fmla="*/ 53 w 86"/>
                <a:gd name="T31" fmla="*/ 23 h 82"/>
                <a:gd name="T32" fmla="*/ 54 w 86"/>
                <a:gd name="T33" fmla="*/ 26 h 82"/>
                <a:gd name="T34" fmla="*/ 45 w 86"/>
                <a:gd name="T35" fmla="*/ 24 h 82"/>
                <a:gd name="T36" fmla="*/ 42 w 86"/>
                <a:gd name="T37" fmla="*/ 27 h 82"/>
                <a:gd name="T38" fmla="*/ 22 w 86"/>
                <a:gd name="T39" fmla="*/ 71 h 82"/>
                <a:gd name="T40" fmla="*/ 58 w 86"/>
                <a:gd name="T41" fmla="*/ 5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6" h="82">
                  <a:moveTo>
                    <a:pt x="58" y="57"/>
                  </a:moveTo>
                  <a:cubicBezTo>
                    <a:pt x="60" y="56"/>
                    <a:pt x="63" y="55"/>
                    <a:pt x="65" y="53"/>
                  </a:cubicBezTo>
                  <a:cubicBezTo>
                    <a:pt x="73" y="46"/>
                    <a:pt x="64" y="40"/>
                    <a:pt x="66" y="38"/>
                  </a:cubicBezTo>
                  <a:cubicBezTo>
                    <a:pt x="66" y="38"/>
                    <a:pt x="67" y="38"/>
                    <a:pt x="68" y="39"/>
                  </a:cubicBezTo>
                  <a:cubicBezTo>
                    <a:pt x="71" y="42"/>
                    <a:pt x="73" y="45"/>
                    <a:pt x="76" y="47"/>
                  </a:cubicBezTo>
                  <a:cubicBezTo>
                    <a:pt x="78" y="50"/>
                    <a:pt x="81" y="53"/>
                    <a:pt x="84" y="55"/>
                  </a:cubicBezTo>
                  <a:cubicBezTo>
                    <a:pt x="85" y="57"/>
                    <a:pt x="86" y="58"/>
                    <a:pt x="85" y="59"/>
                  </a:cubicBezTo>
                  <a:cubicBezTo>
                    <a:pt x="83" y="61"/>
                    <a:pt x="80" y="52"/>
                    <a:pt x="64" y="58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2" y="82"/>
                    <a:pt x="1" y="82"/>
                    <a:pt x="0" y="82"/>
                  </a:cubicBezTo>
                  <a:cubicBezTo>
                    <a:pt x="0" y="81"/>
                    <a:pt x="0" y="80"/>
                    <a:pt x="1" y="79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4" y="4"/>
                    <a:pt x="28" y="1"/>
                    <a:pt x="30" y="0"/>
                  </a:cubicBezTo>
                  <a:cubicBezTo>
                    <a:pt x="30" y="0"/>
                    <a:pt x="31" y="0"/>
                    <a:pt x="32" y="0"/>
                  </a:cubicBezTo>
                  <a:cubicBezTo>
                    <a:pt x="36" y="4"/>
                    <a:pt x="39" y="8"/>
                    <a:pt x="42" y="12"/>
                  </a:cubicBezTo>
                  <a:cubicBezTo>
                    <a:pt x="46" y="16"/>
                    <a:pt x="50" y="19"/>
                    <a:pt x="53" y="23"/>
                  </a:cubicBezTo>
                  <a:cubicBezTo>
                    <a:pt x="55" y="25"/>
                    <a:pt x="55" y="25"/>
                    <a:pt x="54" y="26"/>
                  </a:cubicBezTo>
                  <a:cubicBezTo>
                    <a:pt x="52" y="28"/>
                    <a:pt x="49" y="20"/>
                    <a:pt x="45" y="24"/>
                  </a:cubicBezTo>
                  <a:cubicBezTo>
                    <a:pt x="44" y="25"/>
                    <a:pt x="43" y="26"/>
                    <a:pt x="42" y="27"/>
                  </a:cubicBezTo>
                  <a:cubicBezTo>
                    <a:pt x="22" y="71"/>
                    <a:pt x="22" y="71"/>
                    <a:pt x="22" y="71"/>
                  </a:cubicBezTo>
                  <a:lnTo>
                    <a:pt x="58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9" name="Freeform 9"/>
            <p:cNvSpPr/>
            <p:nvPr/>
          </p:nvSpPr>
          <p:spPr bwMode="auto">
            <a:xfrm>
              <a:off x="6407567" y="724438"/>
              <a:ext cx="656253" cy="641861"/>
            </a:xfrm>
            <a:custGeom>
              <a:avLst/>
              <a:gdLst>
                <a:gd name="T0" fmla="*/ 63 w 96"/>
                <a:gd name="T1" fmla="*/ 13 h 94"/>
                <a:gd name="T2" fmla="*/ 65 w 96"/>
                <a:gd name="T3" fmla="*/ 1 h 94"/>
                <a:gd name="T4" fmla="*/ 67 w 96"/>
                <a:gd name="T5" fmla="*/ 2 h 94"/>
                <a:gd name="T6" fmla="*/ 75 w 96"/>
                <a:gd name="T7" fmla="*/ 16 h 94"/>
                <a:gd name="T8" fmla="*/ 96 w 96"/>
                <a:gd name="T9" fmla="*/ 51 h 94"/>
                <a:gd name="T10" fmla="*/ 80 w 96"/>
                <a:gd name="T11" fmla="*/ 67 h 94"/>
                <a:gd name="T12" fmla="*/ 78 w 96"/>
                <a:gd name="T13" fmla="*/ 69 h 94"/>
                <a:gd name="T14" fmla="*/ 77 w 96"/>
                <a:gd name="T15" fmla="*/ 68 h 94"/>
                <a:gd name="T16" fmla="*/ 82 w 96"/>
                <a:gd name="T17" fmla="*/ 59 h 94"/>
                <a:gd name="T18" fmla="*/ 80 w 96"/>
                <a:gd name="T19" fmla="*/ 29 h 94"/>
                <a:gd name="T20" fmla="*/ 77 w 96"/>
                <a:gd name="T21" fmla="*/ 24 h 94"/>
                <a:gd name="T22" fmla="*/ 49 w 96"/>
                <a:gd name="T23" fmla="*/ 41 h 94"/>
                <a:gd name="T24" fmla="*/ 50 w 96"/>
                <a:gd name="T25" fmla="*/ 43 h 94"/>
                <a:gd name="T26" fmla="*/ 70 w 96"/>
                <a:gd name="T27" fmla="*/ 48 h 94"/>
                <a:gd name="T28" fmla="*/ 73 w 96"/>
                <a:gd name="T29" fmla="*/ 48 h 94"/>
                <a:gd name="T30" fmla="*/ 72 w 96"/>
                <a:gd name="T31" fmla="*/ 50 h 94"/>
                <a:gd name="T32" fmla="*/ 42 w 96"/>
                <a:gd name="T33" fmla="*/ 68 h 94"/>
                <a:gd name="T34" fmla="*/ 40 w 96"/>
                <a:gd name="T35" fmla="*/ 67 h 94"/>
                <a:gd name="T36" fmla="*/ 42 w 96"/>
                <a:gd name="T37" fmla="*/ 65 h 94"/>
                <a:gd name="T38" fmla="*/ 48 w 96"/>
                <a:gd name="T39" fmla="*/ 45 h 94"/>
                <a:gd name="T40" fmla="*/ 47 w 96"/>
                <a:gd name="T41" fmla="*/ 42 h 94"/>
                <a:gd name="T42" fmla="*/ 22 w 96"/>
                <a:gd name="T43" fmla="*/ 57 h 94"/>
                <a:gd name="T44" fmla="*/ 20 w 96"/>
                <a:gd name="T45" fmla="*/ 69 h 94"/>
                <a:gd name="T46" fmla="*/ 56 w 96"/>
                <a:gd name="T47" fmla="*/ 83 h 94"/>
                <a:gd name="T48" fmla="*/ 60 w 96"/>
                <a:gd name="T49" fmla="*/ 83 h 94"/>
                <a:gd name="T50" fmla="*/ 59 w 96"/>
                <a:gd name="T51" fmla="*/ 85 h 94"/>
                <a:gd name="T52" fmla="*/ 56 w 96"/>
                <a:gd name="T53" fmla="*/ 86 h 94"/>
                <a:gd name="T54" fmla="*/ 32 w 96"/>
                <a:gd name="T55" fmla="*/ 94 h 94"/>
                <a:gd name="T56" fmla="*/ 9 w 96"/>
                <a:gd name="T57" fmla="*/ 55 h 94"/>
                <a:gd name="T58" fmla="*/ 1 w 96"/>
                <a:gd name="T59" fmla="*/ 42 h 94"/>
                <a:gd name="T60" fmla="*/ 1 w 96"/>
                <a:gd name="T61" fmla="*/ 39 h 94"/>
                <a:gd name="T62" fmla="*/ 12 w 96"/>
                <a:gd name="T63" fmla="*/ 43 h 94"/>
                <a:gd name="T64" fmla="*/ 63 w 96"/>
                <a:gd name="T65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6" h="94">
                  <a:moveTo>
                    <a:pt x="63" y="13"/>
                  </a:moveTo>
                  <a:cubicBezTo>
                    <a:pt x="71" y="9"/>
                    <a:pt x="62" y="3"/>
                    <a:pt x="65" y="1"/>
                  </a:cubicBezTo>
                  <a:cubicBezTo>
                    <a:pt x="65" y="0"/>
                    <a:pt x="66" y="1"/>
                    <a:pt x="67" y="2"/>
                  </a:cubicBezTo>
                  <a:cubicBezTo>
                    <a:pt x="70" y="7"/>
                    <a:pt x="72" y="12"/>
                    <a:pt x="75" y="16"/>
                  </a:cubicBezTo>
                  <a:cubicBezTo>
                    <a:pt x="82" y="28"/>
                    <a:pt x="89" y="39"/>
                    <a:pt x="96" y="51"/>
                  </a:cubicBezTo>
                  <a:cubicBezTo>
                    <a:pt x="80" y="67"/>
                    <a:pt x="80" y="67"/>
                    <a:pt x="80" y="67"/>
                  </a:cubicBezTo>
                  <a:cubicBezTo>
                    <a:pt x="79" y="68"/>
                    <a:pt x="78" y="68"/>
                    <a:pt x="78" y="69"/>
                  </a:cubicBezTo>
                  <a:cubicBezTo>
                    <a:pt x="78" y="69"/>
                    <a:pt x="77" y="69"/>
                    <a:pt x="77" y="68"/>
                  </a:cubicBezTo>
                  <a:cubicBezTo>
                    <a:pt x="76" y="67"/>
                    <a:pt x="78" y="66"/>
                    <a:pt x="82" y="59"/>
                  </a:cubicBezTo>
                  <a:cubicBezTo>
                    <a:pt x="87" y="50"/>
                    <a:pt x="87" y="41"/>
                    <a:pt x="80" y="29"/>
                  </a:cubicBezTo>
                  <a:cubicBezTo>
                    <a:pt x="77" y="24"/>
                    <a:pt x="77" y="24"/>
                    <a:pt x="77" y="24"/>
                  </a:cubicBezTo>
                  <a:cubicBezTo>
                    <a:pt x="49" y="41"/>
                    <a:pt x="49" y="41"/>
                    <a:pt x="49" y="41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4" y="50"/>
                    <a:pt x="62" y="52"/>
                    <a:pt x="70" y="48"/>
                  </a:cubicBezTo>
                  <a:cubicBezTo>
                    <a:pt x="72" y="47"/>
                    <a:pt x="72" y="47"/>
                    <a:pt x="73" y="48"/>
                  </a:cubicBezTo>
                  <a:cubicBezTo>
                    <a:pt x="73" y="49"/>
                    <a:pt x="73" y="49"/>
                    <a:pt x="72" y="50"/>
                  </a:cubicBezTo>
                  <a:cubicBezTo>
                    <a:pt x="42" y="68"/>
                    <a:pt x="42" y="68"/>
                    <a:pt x="42" y="68"/>
                  </a:cubicBezTo>
                  <a:cubicBezTo>
                    <a:pt x="42" y="68"/>
                    <a:pt x="41" y="68"/>
                    <a:pt x="40" y="67"/>
                  </a:cubicBezTo>
                  <a:cubicBezTo>
                    <a:pt x="40" y="67"/>
                    <a:pt x="40" y="66"/>
                    <a:pt x="42" y="65"/>
                  </a:cubicBezTo>
                  <a:cubicBezTo>
                    <a:pt x="50" y="59"/>
                    <a:pt x="52" y="51"/>
                    <a:pt x="48" y="45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22" y="57"/>
                    <a:pt x="22" y="57"/>
                    <a:pt x="22" y="57"/>
                  </a:cubicBezTo>
                  <a:cubicBezTo>
                    <a:pt x="18" y="59"/>
                    <a:pt x="16" y="63"/>
                    <a:pt x="20" y="69"/>
                  </a:cubicBezTo>
                  <a:cubicBezTo>
                    <a:pt x="29" y="84"/>
                    <a:pt x="45" y="86"/>
                    <a:pt x="56" y="83"/>
                  </a:cubicBezTo>
                  <a:cubicBezTo>
                    <a:pt x="58" y="82"/>
                    <a:pt x="59" y="82"/>
                    <a:pt x="60" y="83"/>
                  </a:cubicBezTo>
                  <a:cubicBezTo>
                    <a:pt x="60" y="84"/>
                    <a:pt x="60" y="84"/>
                    <a:pt x="59" y="85"/>
                  </a:cubicBezTo>
                  <a:cubicBezTo>
                    <a:pt x="59" y="85"/>
                    <a:pt x="57" y="85"/>
                    <a:pt x="56" y="86"/>
                  </a:cubicBezTo>
                  <a:cubicBezTo>
                    <a:pt x="32" y="94"/>
                    <a:pt x="32" y="94"/>
                    <a:pt x="32" y="94"/>
                  </a:cubicBezTo>
                  <a:cubicBezTo>
                    <a:pt x="25" y="82"/>
                    <a:pt x="17" y="69"/>
                    <a:pt x="9" y="55"/>
                  </a:cubicBezTo>
                  <a:cubicBezTo>
                    <a:pt x="7" y="51"/>
                    <a:pt x="4" y="47"/>
                    <a:pt x="1" y="42"/>
                  </a:cubicBezTo>
                  <a:cubicBezTo>
                    <a:pt x="0" y="40"/>
                    <a:pt x="0" y="39"/>
                    <a:pt x="1" y="39"/>
                  </a:cubicBezTo>
                  <a:cubicBezTo>
                    <a:pt x="3" y="37"/>
                    <a:pt x="5" y="48"/>
                    <a:pt x="12" y="43"/>
                  </a:cubicBezTo>
                  <a:lnTo>
                    <a:pt x="63" y="1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0" name="Freeform 10"/>
            <p:cNvSpPr>
              <a:spLocks noEditPoints="1"/>
            </p:cNvSpPr>
            <p:nvPr/>
          </p:nvSpPr>
          <p:spPr bwMode="auto">
            <a:xfrm>
              <a:off x="6681007" y="1331762"/>
              <a:ext cx="613080" cy="667766"/>
            </a:xfrm>
            <a:custGeom>
              <a:avLst/>
              <a:gdLst>
                <a:gd name="T0" fmla="*/ 39 w 90"/>
                <a:gd name="T1" fmla="*/ 52 h 98"/>
                <a:gd name="T2" fmla="*/ 42 w 90"/>
                <a:gd name="T3" fmla="*/ 36 h 98"/>
                <a:gd name="T4" fmla="*/ 16 w 90"/>
                <a:gd name="T5" fmla="*/ 44 h 98"/>
                <a:gd name="T6" fmla="*/ 12 w 90"/>
                <a:gd name="T7" fmla="*/ 55 h 98"/>
                <a:gd name="T8" fmla="*/ 10 w 90"/>
                <a:gd name="T9" fmla="*/ 54 h 98"/>
                <a:gd name="T10" fmla="*/ 5 w 90"/>
                <a:gd name="T11" fmla="*/ 38 h 98"/>
                <a:gd name="T12" fmla="*/ 1 w 90"/>
                <a:gd name="T13" fmla="*/ 23 h 98"/>
                <a:gd name="T14" fmla="*/ 1 w 90"/>
                <a:gd name="T15" fmla="*/ 21 h 98"/>
                <a:gd name="T16" fmla="*/ 12 w 90"/>
                <a:gd name="T17" fmla="*/ 28 h 98"/>
                <a:gd name="T18" fmla="*/ 68 w 90"/>
                <a:gd name="T19" fmla="*/ 11 h 98"/>
                <a:gd name="T20" fmla="*/ 73 w 90"/>
                <a:gd name="T21" fmla="*/ 0 h 98"/>
                <a:gd name="T22" fmla="*/ 75 w 90"/>
                <a:gd name="T23" fmla="*/ 2 h 98"/>
                <a:gd name="T24" fmla="*/ 79 w 90"/>
                <a:gd name="T25" fmla="*/ 17 h 98"/>
                <a:gd name="T26" fmla="*/ 84 w 90"/>
                <a:gd name="T27" fmla="*/ 34 h 98"/>
                <a:gd name="T28" fmla="*/ 73 w 90"/>
                <a:gd name="T29" fmla="*/ 68 h 98"/>
                <a:gd name="T30" fmla="*/ 46 w 90"/>
                <a:gd name="T31" fmla="*/ 46 h 98"/>
                <a:gd name="T32" fmla="*/ 46 w 90"/>
                <a:gd name="T33" fmla="*/ 46 h 98"/>
                <a:gd name="T34" fmla="*/ 41 w 90"/>
                <a:gd name="T35" fmla="*/ 71 h 98"/>
                <a:gd name="T36" fmla="*/ 28 w 90"/>
                <a:gd name="T37" fmla="*/ 84 h 98"/>
                <a:gd name="T38" fmla="*/ 24 w 90"/>
                <a:gd name="T39" fmla="*/ 98 h 98"/>
                <a:gd name="T40" fmla="*/ 22 w 90"/>
                <a:gd name="T41" fmla="*/ 97 h 98"/>
                <a:gd name="T42" fmla="*/ 19 w 90"/>
                <a:gd name="T43" fmla="*/ 85 h 98"/>
                <a:gd name="T44" fmla="*/ 16 w 90"/>
                <a:gd name="T45" fmla="*/ 73 h 98"/>
                <a:gd name="T46" fmla="*/ 39 w 90"/>
                <a:gd name="T47" fmla="*/ 52 h 98"/>
                <a:gd name="T48" fmla="*/ 44 w 90"/>
                <a:gd name="T49" fmla="*/ 35 h 98"/>
                <a:gd name="T50" fmla="*/ 46 w 90"/>
                <a:gd name="T51" fmla="*/ 40 h 98"/>
                <a:gd name="T52" fmla="*/ 68 w 90"/>
                <a:gd name="T53" fmla="*/ 52 h 98"/>
                <a:gd name="T54" fmla="*/ 81 w 90"/>
                <a:gd name="T55" fmla="*/ 32 h 98"/>
                <a:gd name="T56" fmla="*/ 79 w 90"/>
                <a:gd name="T57" fmla="*/ 25 h 98"/>
                <a:gd name="T58" fmla="*/ 44 w 90"/>
                <a:gd name="T59" fmla="*/ 3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" h="98">
                  <a:moveTo>
                    <a:pt x="39" y="52"/>
                  </a:moveTo>
                  <a:cubicBezTo>
                    <a:pt x="44" y="48"/>
                    <a:pt x="44" y="42"/>
                    <a:pt x="42" y="36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8" y="46"/>
                    <a:pt x="15" y="54"/>
                    <a:pt x="12" y="55"/>
                  </a:cubicBezTo>
                  <a:cubicBezTo>
                    <a:pt x="11" y="56"/>
                    <a:pt x="10" y="55"/>
                    <a:pt x="10" y="54"/>
                  </a:cubicBezTo>
                  <a:cubicBezTo>
                    <a:pt x="8" y="48"/>
                    <a:pt x="7" y="43"/>
                    <a:pt x="5" y="38"/>
                  </a:cubicBezTo>
                  <a:cubicBezTo>
                    <a:pt x="4" y="34"/>
                    <a:pt x="2" y="29"/>
                    <a:pt x="1" y="23"/>
                  </a:cubicBezTo>
                  <a:cubicBezTo>
                    <a:pt x="0" y="22"/>
                    <a:pt x="1" y="21"/>
                    <a:pt x="1" y="21"/>
                  </a:cubicBezTo>
                  <a:cubicBezTo>
                    <a:pt x="4" y="20"/>
                    <a:pt x="3" y="30"/>
                    <a:pt x="12" y="28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7" y="9"/>
                    <a:pt x="70" y="1"/>
                    <a:pt x="73" y="0"/>
                  </a:cubicBezTo>
                  <a:cubicBezTo>
                    <a:pt x="74" y="0"/>
                    <a:pt x="74" y="0"/>
                    <a:pt x="75" y="2"/>
                  </a:cubicBezTo>
                  <a:cubicBezTo>
                    <a:pt x="76" y="7"/>
                    <a:pt x="78" y="12"/>
                    <a:pt x="79" y="17"/>
                  </a:cubicBezTo>
                  <a:cubicBezTo>
                    <a:pt x="81" y="22"/>
                    <a:pt x="82" y="27"/>
                    <a:pt x="84" y="34"/>
                  </a:cubicBezTo>
                  <a:cubicBezTo>
                    <a:pt x="90" y="52"/>
                    <a:pt x="84" y="65"/>
                    <a:pt x="73" y="68"/>
                  </a:cubicBezTo>
                  <a:cubicBezTo>
                    <a:pt x="64" y="71"/>
                    <a:pt x="55" y="67"/>
                    <a:pt x="46" y="46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9" y="57"/>
                    <a:pt x="48" y="64"/>
                    <a:pt x="41" y="71"/>
                  </a:cubicBezTo>
                  <a:cubicBezTo>
                    <a:pt x="28" y="84"/>
                    <a:pt x="28" y="84"/>
                    <a:pt x="28" y="84"/>
                  </a:cubicBezTo>
                  <a:cubicBezTo>
                    <a:pt x="21" y="91"/>
                    <a:pt x="27" y="97"/>
                    <a:pt x="24" y="98"/>
                  </a:cubicBezTo>
                  <a:cubicBezTo>
                    <a:pt x="23" y="98"/>
                    <a:pt x="23" y="98"/>
                    <a:pt x="22" y="97"/>
                  </a:cubicBezTo>
                  <a:cubicBezTo>
                    <a:pt x="21" y="93"/>
                    <a:pt x="20" y="89"/>
                    <a:pt x="19" y="85"/>
                  </a:cubicBezTo>
                  <a:cubicBezTo>
                    <a:pt x="16" y="73"/>
                    <a:pt x="16" y="73"/>
                    <a:pt x="16" y="73"/>
                  </a:cubicBezTo>
                  <a:lnTo>
                    <a:pt x="39" y="52"/>
                  </a:lnTo>
                  <a:close/>
                  <a:moveTo>
                    <a:pt x="44" y="35"/>
                  </a:moveTo>
                  <a:cubicBezTo>
                    <a:pt x="46" y="40"/>
                    <a:pt x="46" y="40"/>
                    <a:pt x="46" y="40"/>
                  </a:cubicBezTo>
                  <a:cubicBezTo>
                    <a:pt x="49" y="52"/>
                    <a:pt x="57" y="56"/>
                    <a:pt x="68" y="52"/>
                  </a:cubicBezTo>
                  <a:cubicBezTo>
                    <a:pt x="80" y="49"/>
                    <a:pt x="84" y="41"/>
                    <a:pt x="81" y="32"/>
                  </a:cubicBezTo>
                  <a:cubicBezTo>
                    <a:pt x="79" y="25"/>
                    <a:pt x="79" y="25"/>
                    <a:pt x="79" y="25"/>
                  </a:cubicBezTo>
                  <a:lnTo>
                    <a:pt x="44" y="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1" name="Freeform 11"/>
            <p:cNvSpPr/>
            <p:nvPr/>
          </p:nvSpPr>
          <p:spPr bwMode="auto">
            <a:xfrm>
              <a:off x="6824922" y="2028311"/>
              <a:ext cx="552634" cy="408719"/>
            </a:xfrm>
            <a:custGeom>
              <a:avLst/>
              <a:gdLst>
                <a:gd name="T0" fmla="*/ 33 w 81"/>
                <a:gd name="T1" fmla="*/ 1 h 60"/>
                <a:gd name="T2" fmla="*/ 35 w 81"/>
                <a:gd name="T3" fmla="*/ 3 h 60"/>
                <a:gd name="T4" fmla="*/ 31 w 81"/>
                <a:gd name="T5" fmla="*/ 4 h 60"/>
                <a:gd name="T6" fmla="*/ 3 w 81"/>
                <a:gd name="T7" fmla="*/ 31 h 60"/>
                <a:gd name="T8" fmla="*/ 19 w 81"/>
                <a:gd name="T9" fmla="*/ 48 h 60"/>
                <a:gd name="T10" fmla="*/ 56 w 81"/>
                <a:gd name="T11" fmla="*/ 1 h 60"/>
                <a:gd name="T12" fmla="*/ 81 w 81"/>
                <a:gd name="T13" fmla="*/ 25 h 60"/>
                <a:gd name="T14" fmla="*/ 77 w 81"/>
                <a:gd name="T15" fmla="*/ 45 h 60"/>
                <a:gd name="T16" fmla="*/ 81 w 81"/>
                <a:gd name="T17" fmla="*/ 49 h 60"/>
                <a:gd name="T18" fmla="*/ 79 w 81"/>
                <a:gd name="T19" fmla="*/ 50 h 60"/>
                <a:gd name="T20" fmla="*/ 57 w 81"/>
                <a:gd name="T21" fmla="*/ 53 h 60"/>
                <a:gd name="T22" fmla="*/ 54 w 81"/>
                <a:gd name="T23" fmla="*/ 54 h 60"/>
                <a:gd name="T24" fmla="*/ 52 w 81"/>
                <a:gd name="T25" fmla="*/ 53 h 60"/>
                <a:gd name="T26" fmla="*/ 59 w 81"/>
                <a:gd name="T27" fmla="*/ 50 h 60"/>
                <a:gd name="T28" fmla="*/ 78 w 81"/>
                <a:gd name="T29" fmla="*/ 25 h 60"/>
                <a:gd name="T30" fmla="*/ 65 w 81"/>
                <a:gd name="T31" fmla="*/ 11 h 60"/>
                <a:gd name="T32" fmla="*/ 29 w 81"/>
                <a:gd name="T33" fmla="*/ 59 h 60"/>
                <a:gd name="T34" fmla="*/ 1 w 81"/>
                <a:gd name="T35" fmla="*/ 31 h 60"/>
                <a:gd name="T36" fmla="*/ 5 w 81"/>
                <a:gd name="T37" fmla="*/ 9 h 60"/>
                <a:gd name="T38" fmla="*/ 1 w 81"/>
                <a:gd name="T39" fmla="*/ 4 h 60"/>
                <a:gd name="T40" fmla="*/ 2 w 81"/>
                <a:gd name="T41" fmla="*/ 3 h 60"/>
                <a:gd name="T42" fmla="*/ 33 w 81"/>
                <a:gd name="T43" fmla="*/ 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1" h="60">
                  <a:moveTo>
                    <a:pt x="33" y="1"/>
                  </a:moveTo>
                  <a:cubicBezTo>
                    <a:pt x="34" y="1"/>
                    <a:pt x="35" y="2"/>
                    <a:pt x="35" y="3"/>
                  </a:cubicBezTo>
                  <a:cubicBezTo>
                    <a:pt x="35" y="4"/>
                    <a:pt x="33" y="4"/>
                    <a:pt x="31" y="4"/>
                  </a:cubicBezTo>
                  <a:cubicBezTo>
                    <a:pt x="17" y="8"/>
                    <a:pt x="3" y="14"/>
                    <a:pt x="3" y="31"/>
                  </a:cubicBezTo>
                  <a:cubicBezTo>
                    <a:pt x="4" y="42"/>
                    <a:pt x="10" y="48"/>
                    <a:pt x="19" y="48"/>
                  </a:cubicBezTo>
                  <a:cubicBezTo>
                    <a:pt x="42" y="47"/>
                    <a:pt x="28" y="2"/>
                    <a:pt x="56" y="1"/>
                  </a:cubicBezTo>
                  <a:cubicBezTo>
                    <a:pt x="70" y="0"/>
                    <a:pt x="80" y="11"/>
                    <a:pt x="81" y="25"/>
                  </a:cubicBezTo>
                  <a:cubicBezTo>
                    <a:pt x="81" y="36"/>
                    <a:pt x="77" y="42"/>
                    <a:pt x="77" y="45"/>
                  </a:cubicBezTo>
                  <a:cubicBezTo>
                    <a:pt x="77" y="49"/>
                    <a:pt x="80" y="47"/>
                    <a:pt x="81" y="49"/>
                  </a:cubicBezTo>
                  <a:cubicBezTo>
                    <a:pt x="81" y="50"/>
                    <a:pt x="80" y="50"/>
                    <a:pt x="79" y="50"/>
                  </a:cubicBezTo>
                  <a:cubicBezTo>
                    <a:pt x="57" y="53"/>
                    <a:pt x="57" y="53"/>
                    <a:pt x="57" y="53"/>
                  </a:cubicBezTo>
                  <a:cubicBezTo>
                    <a:pt x="55" y="54"/>
                    <a:pt x="54" y="54"/>
                    <a:pt x="54" y="54"/>
                  </a:cubicBezTo>
                  <a:cubicBezTo>
                    <a:pt x="53" y="54"/>
                    <a:pt x="52" y="54"/>
                    <a:pt x="52" y="53"/>
                  </a:cubicBezTo>
                  <a:cubicBezTo>
                    <a:pt x="52" y="52"/>
                    <a:pt x="55" y="52"/>
                    <a:pt x="59" y="50"/>
                  </a:cubicBezTo>
                  <a:cubicBezTo>
                    <a:pt x="72" y="44"/>
                    <a:pt x="79" y="38"/>
                    <a:pt x="78" y="25"/>
                  </a:cubicBezTo>
                  <a:cubicBezTo>
                    <a:pt x="78" y="17"/>
                    <a:pt x="74" y="11"/>
                    <a:pt x="65" y="11"/>
                  </a:cubicBezTo>
                  <a:cubicBezTo>
                    <a:pt x="47" y="12"/>
                    <a:pt x="59" y="58"/>
                    <a:pt x="29" y="59"/>
                  </a:cubicBezTo>
                  <a:cubicBezTo>
                    <a:pt x="14" y="60"/>
                    <a:pt x="1" y="48"/>
                    <a:pt x="1" y="31"/>
                  </a:cubicBezTo>
                  <a:cubicBezTo>
                    <a:pt x="0" y="19"/>
                    <a:pt x="5" y="14"/>
                    <a:pt x="5" y="9"/>
                  </a:cubicBezTo>
                  <a:cubicBezTo>
                    <a:pt x="5" y="5"/>
                    <a:pt x="1" y="6"/>
                    <a:pt x="1" y="4"/>
                  </a:cubicBezTo>
                  <a:cubicBezTo>
                    <a:pt x="1" y="3"/>
                    <a:pt x="1" y="3"/>
                    <a:pt x="2" y="3"/>
                  </a:cubicBezTo>
                  <a:lnTo>
                    <a:pt x="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6804773" y="2526257"/>
              <a:ext cx="552634" cy="313735"/>
            </a:xfrm>
            <a:custGeom>
              <a:avLst/>
              <a:gdLst>
                <a:gd name="T0" fmla="*/ 71 w 81"/>
                <a:gd name="T1" fmla="*/ 19 h 46"/>
                <a:gd name="T2" fmla="*/ 80 w 81"/>
                <a:gd name="T3" fmla="*/ 10 h 46"/>
                <a:gd name="T4" fmla="*/ 81 w 81"/>
                <a:gd name="T5" fmla="*/ 13 h 46"/>
                <a:gd name="T6" fmla="*/ 79 w 81"/>
                <a:gd name="T7" fmla="*/ 28 h 46"/>
                <a:gd name="T8" fmla="*/ 77 w 81"/>
                <a:gd name="T9" fmla="*/ 44 h 46"/>
                <a:gd name="T10" fmla="*/ 75 w 81"/>
                <a:gd name="T11" fmla="*/ 46 h 46"/>
                <a:gd name="T12" fmla="*/ 69 w 81"/>
                <a:gd name="T13" fmla="*/ 35 h 46"/>
                <a:gd name="T14" fmla="*/ 11 w 81"/>
                <a:gd name="T15" fmla="*/ 27 h 46"/>
                <a:gd name="T16" fmla="*/ 2 w 81"/>
                <a:gd name="T17" fmla="*/ 36 h 46"/>
                <a:gd name="T18" fmla="*/ 1 w 81"/>
                <a:gd name="T19" fmla="*/ 34 h 46"/>
                <a:gd name="T20" fmla="*/ 3 w 81"/>
                <a:gd name="T21" fmla="*/ 18 h 46"/>
                <a:gd name="T22" fmla="*/ 5 w 81"/>
                <a:gd name="T23" fmla="*/ 2 h 46"/>
                <a:gd name="T24" fmla="*/ 7 w 81"/>
                <a:gd name="T25" fmla="*/ 0 h 46"/>
                <a:gd name="T26" fmla="*/ 13 w 81"/>
                <a:gd name="T27" fmla="*/ 11 h 46"/>
                <a:gd name="T28" fmla="*/ 71 w 81"/>
                <a:gd name="T29" fmla="*/ 19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1" h="46">
                  <a:moveTo>
                    <a:pt x="71" y="19"/>
                  </a:moveTo>
                  <a:cubicBezTo>
                    <a:pt x="80" y="20"/>
                    <a:pt x="77" y="10"/>
                    <a:pt x="80" y="10"/>
                  </a:cubicBezTo>
                  <a:cubicBezTo>
                    <a:pt x="81" y="10"/>
                    <a:pt x="81" y="11"/>
                    <a:pt x="81" y="13"/>
                  </a:cubicBezTo>
                  <a:cubicBezTo>
                    <a:pt x="80" y="18"/>
                    <a:pt x="80" y="24"/>
                    <a:pt x="79" y="28"/>
                  </a:cubicBezTo>
                  <a:cubicBezTo>
                    <a:pt x="78" y="33"/>
                    <a:pt x="78" y="38"/>
                    <a:pt x="77" y="44"/>
                  </a:cubicBezTo>
                  <a:cubicBezTo>
                    <a:pt x="77" y="46"/>
                    <a:pt x="76" y="46"/>
                    <a:pt x="75" y="46"/>
                  </a:cubicBezTo>
                  <a:cubicBezTo>
                    <a:pt x="72" y="45"/>
                    <a:pt x="78" y="36"/>
                    <a:pt x="69" y="35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2" y="26"/>
                    <a:pt x="5" y="36"/>
                    <a:pt x="2" y="36"/>
                  </a:cubicBezTo>
                  <a:cubicBezTo>
                    <a:pt x="1" y="36"/>
                    <a:pt x="0" y="35"/>
                    <a:pt x="1" y="34"/>
                  </a:cubicBezTo>
                  <a:cubicBezTo>
                    <a:pt x="1" y="28"/>
                    <a:pt x="2" y="22"/>
                    <a:pt x="3" y="18"/>
                  </a:cubicBezTo>
                  <a:cubicBezTo>
                    <a:pt x="3" y="14"/>
                    <a:pt x="4" y="8"/>
                    <a:pt x="5" y="2"/>
                  </a:cubicBezTo>
                  <a:cubicBezTo>
                    <a:pt x="5" y="1"/>
                    <a:pt x="6" y="0"/>
                    <a:pt x="7" y="0"/>
                  </a:cubicBezTo>
                  <a:cubicBezTo>
                    <a:pt x="10" y="1"/>
                    <a:pt x="4" y="10"/>
                    <a:pt x="13" y="11"/>
                  </a:cubicBezTo>
                  <a:lnTo>
                    <a:pt x="71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3" name="Freeform 13"/>
            <p:cNvSpPr/>
            <p:nvPr/>
          </p:nvSpPr>
          <p:spPr bwMode="auto">
            <a:xfrm>
              <a:off x="6686763" y="2934976"/>
              <a:ext cx="615957" cy="497945"/>
            </a:xfrm>
            <a:custGeom>
              <a:avLst/>
              <a:gdLst>
                <a:gd name="T0" fmla="*/ 79 w 90"/>
                <a:gd name="T1" fmla="*/ 34 h 73"/>
                <a:gd name="T2" fmla="*/ 65 w 90"/>
                <a:gd name="T3" fmla="*/ 2 h 73"/>
                <a:gd name="T4" fmla="*/ 66 w 90"/>
                <a:gd name="T5" fmla="*/ 2 h 73"/>
                <a:gd name="T6" fmla="*/ 70 w 90"/>
                <a:gd name="T7" fmla="*/ 3 h 73"/>
                <a:gd name="T8" fmla="*/ 88 w 90"/>
                <a:gd name="T9" fmla="*/ 14 h 73"/>
                <a:gd name="T10" fmla="*/ 90 w 90"/>
                <a:gd name="T11" fmla="*/ 15 h 73"/>
                <a:gd name="T12" fmla="*/ 88 w 90"/>
                <a:gd name="T13" fmla="*/ 17 h 73"/>
                <a:gd name="T14" fmla="*/ 87 w 90"/>
                <a:gd name="T15" fmla="*/ 19 h 73"/>
                <a:gd name="T16" fmla="*/ 70 w 90"/>
                <a:gd name="T17" fmla="*/ 67 h 73"/>
                <a:gd name="T18" fmla="*/ 70 w 90"/>
                <a:gd name="T19" fmla="*/ 70 h 73"/>
                <a:gd name="T20" fmla="*/ 71 w 90"/>
                <a:gd name="T21" fmla="*/ 72 h 73"/>
                <a:gd name="T22" fmla="*/ 68 w 90"/>
                <a:gd name="T23" fmla="*/ 73 h 73"/>
                <a:gd name="T24" fmla="*/ 47 w 90"/>
                <a:gd name="T25" fmla="*/ 69 h 73"/>
                <a:gd name="T26" fmla="*/ 43 w 90"/>
                <a:gd name="T27" fmla="*/ 69 h 73"/>
                <a:gd name="T28" fmla="*/ 43 w 90"/>
                <a:gd name="T29" fmla="*/ 67 h 73"/>
                <a:gd name="T30" fmla="*/ 73 w 90"/>
                <a:gd name="T31" fmla="*/ 50 h 73"/>
                <a:gd name="T32" fmla="*/ 14 w 90"/>
                <a:gd name="T33" fmla="*/ 30 h 73"/>
                <a:gd name="T34" fmla="*/ 3 w 90"/>
                <a:gd name="T35" fmla="*/ 36 h 73"/>
                <a:gd name="T36" fmla="*/ 1 w 90"/>
                <a:gd name="T37" fmla="*/ 37 h 73"/>
                <a:gd name="T38" fmla="*/ 0 w 90"/>
                <a:gd name="T39" fmla="*/ 35 h 73"/>
                <a:gd name="T40" fmla="*/ 6 w 90"/>
                <a:gd name="T41" fmla="*/ 19 h 73"/>
                <a:gd name="T42" fmla="*/ 11 w 90"/>
                <a:gd name="T43" fmla="*/ 2 h 73"/>
                <a:gd name="T44" fmla="*/ 13 w 90"/>
                <a:gd name="T45" fmla="*/ 1 h 73"/>
                <a:gd name="T46" fmla="*/ 14 w 90"/>
                <a:gd name="T47" fmla="*/ 3 h 73"/>
                <a:gd name="T48" fmla="*/ 19 w 90"/>
                <a:gd name="T49" fmla="*/ 14 h 73"/>
                <a:gd name="T50" fmla="*/ 79 w 90"/>
                <a:gd name="T51" fmla="*/ 3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0" h="73">
                  <a:moveTo>
                    <a:pt x="79" y="34"/>
                  </a:moveTo>
                  <a:cubicBezTo>
                    <a:pt x="80" y="11"/>
                    <a:pt x="64" y="5"/>
                    <a:pt x="65" y="2"/>
                  </a:cubicBezTo>
                  <a:cubicBezTo>
                    <a:pt x="65" y="2"/>
                    <a:pt x="65" y="1"/>
                    <a:pt x="66" y="2"/>
                  </a:cubicBezTo>
                  <a:cubicBezTo>
                    <a:pt x="66" y="2"/>
                    <a:pt x="68" y="2"/>
                    <a:pt x="70" y="3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90" y="14"/>
                    <a:pt x="90" y="15"/>
                    <a:pt x="90" y="15"/>
                  </a:cubicBezTo>
                  <a:cubicBezTo>
                    <a:pt x="90" y="16"/>
                    <a:pt x="89" y="16"/>
                    <a:pt x="88" y="17"/>
                  </a:cubicBezTo>
                  <a:cubicBezTo>
                    <a:pt x="88" y="17"/>
                    <a:pt x="87" y="18"/>
                    <a:pt x="87" y="19"/>
                  </a:cubicBezTo>
                  <a:cubicBezTo>
                    <a:pt x="70" y="67"/>
                    <a:pt x="70" y="67"/>
                    <a:pt x="70" y="67"/>
                  </a:cubicBezTo>
                  <a:cubicBezTo>
                    <a:pt x="70" y="69"/>
                    <a:pt x="70" y="70"/>
                    <a:pt x="70" y="70"/>
                  </a:cubicBezTo>
                  <a:cubicBezTo>
                    <a:pt x="71" y="71"/>
                    <a:pt x="71" y="71"/>
                    <a:pt x="71" y="72"/>
                  </a:cubicBezTo>
                  <a:cubicBezTo>
                    <a:pt x="70" y="73"/>
                    <a:pt x="70" y="73"/>
                    <a:pt x="68" y="73"/>
                  </a:cubicBezTo>
                  <a:cubicBezTo>
                    <a:pt x="47" y="69"/>
                    <a:pt x="47" y="69"/>
                    <a:pt x="47" y="69"/>
                  </a:cubicBezTo>
                  <a:cubicBezTo>
                    <a:pt x="46" y="69"/>
                    <a:pt x="44" y="69"/>
                    <a:pt x="43" y="69"/>
                  </a:cubicBezTo>
                  <a:cubicBezTo>
                    <a:pt x="43" y="68"/>
                    <a:pt x="42" y="68"/>
                    <a:pt x="43" y="67"/>
                  </a:cubicBezTo>
                  <a:cubicBezTo>
                    <a:pt x="43" y="65"/>
                    <a:pt x="60" y="69"/>
                    <a:pt x="73" y="5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7" y="28"/>
                    <a:pt x="4" y="31"/>
                    <a:pt x="3" y="36"/>
                  </a:cubicBezTo>
                  <a:cubicBezTo>
                    <a:pt x="2" y="37"/>
                    <a:pt x="2" y="38"/>
                    <a:pt x="1" y="37"/>
                  </a:cubicBezTo>
                  <a:cubicBezTo>
                    <a:pt x="0" y="37"/>
                    <a:pt x="0" y="36"/>
                    <a:pt x="0" y="35"/>
                  </a:cubicBezTo>
                  <a:cubicBezTo>
                    <a:pt x="2" y="29"/>
                    <a:pt x="4" y="24"/>
                    <a:pt x="6" y="19"/>
                  </a:cubicBezTo>
                  <a:cubicBezTo>
                    <a:pt x="7" y="14"/>
                    <a:pt x="9" y="8"/>
                    <a:pt x="11" y="2"/>
                  </a:cubicBezTo>
                  <a:cubicBezTo>
                    <a:pt x="12" y="1"/>
                    <a:pt x="12" y="0"/>
                    <a:pt x="13" y="1"/>
                  </a:cubicBezTo>
                  <a:cubicBezTo>
                    <a:pt x="14" y="1"/>
                    <a:pt x="14" y="2"/>
                    <a:pt x="14" y="3"/>
                  </a:cubicBezTo>
                  <a:cubicBezTo>
                    <a:pt x="12" y="8"/>
                    <a:pt x="12" y="12"/>
                    <a:pt x="19" y="14"/>
                  </a:cubicBezTo>
                  <a:lnTo>
                    <a:pt x="79" y="3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4" name="Freeform 14"/>
            <p:cNvSpPr/>
            <p:nvPr/>
          </p:nvSpPr>
          <p:spPr bwMode="auto">
            <a:xfrm>
              <a:off x="6442107" y="3427167"/>
              <a:ext cx="641863" cy="598687"/>
            </a:xfrm>
            <a:custGeom>
              <a:avLst/>
              <a:gdLst>
                <a:gd name="T0" fmla="*/ 38 w 94"/>
                <a:gd name="T1" fmla="*/ 42 h 88"/>
                <a:gd name="T2" fmla="*/ 47 w 94"/>
                <a:gd name="T3" fmla="*/ 57 h 88"/>
                <a:gd name="T4" fmla="*/ 56 w 94"/>
                <a:gd name="T5" fmla="*/ 68 h 88"/>
                <a:gd name="T6" fmla="*/ 67 w 94"/>
                <a:gd name="T7" fmla="*/ 66 h 88"/>
                <a:gd name="T8" fmla="*/ 67 w 94"/>
                <a:gd name="T9" fmla="*/ 69 h 88"/>
                <a:gd name="T10" fmla="*/ 61 w 94"/>
                <a:gd name="T11" fmla="*/ 78 h 88"/>
                <a:gd name="T12" fmla="*/ 55 w 94"/>
                <a:gd name="T13" fmla="*/ 87 h 88"/>
                <a:gd name="T14" fmla="*/ 54 w 94"/>
                <a:gd name="T15" fmla="*/ 88 h 88"/>
                <a:gd name="T16" fmla="*/ 48 w 94"/>
                <a:gd name="T17" fmla="*/ 65 h 88"/>
                <a:gd name="T18" fmla="*/ 36 w 94"/>
                <a:gd name="T19" fmla="*/ 42 h 88"/>
                <a:gd name="T20" fmla="*/ 13 w 94"/>
                <a:gd name="T21" fmla="*/ 27 h 88"/>
                <a:gd name="T22" fmla="*/ 1 w 94"/>
                <a:gd name="T23" fmla="*/ 31 h 88"/>
                <a:gd name="T24" fmla="*/ 1 w 94"/>
                <a:gd name="T25" fmla="*/ 29 h 88"/>
                <a:gd name="T26" fmla="*/ 9 w 94"/>
                <a:gd name="T27" fmla="*/ 16 h 88"/>
                <a:gd name="T28" fmla="*/ 17 w 94"/>
                <a:gd name="T29" fmla="*/ 2 h 88"/>
                <a:gd name="T30" fmla="*/ 20 w 94"/>
                <a:gd name="T31" fmla="*/ 1 h 88"/>
                <a:gd name="T32" fmla="*/ 21 w 94"/>
                <a:gd name="T33" fmla="*/ 13 h 88"/>
                <a:gd name="T34" fmla="*/ 43 w 94"/>
                <a:gd name="T35" fmla="*/ 27 h 88"/>
                <a:gd name="T36" fmla="*/ 80 w 94"/>
                <a:gd name="T37" fmla="*/ 29 h 88"/>
                <a:gd name="T38" fmla="*/ 93 w 94"/>
                <a:gd name="T39" fmla="*/ 24 h 88"/>
                <a:gd name="T40" fmla="*/ 93 w 94"/>
                <a:gd name="T41" fmla="*/ 26 h 88"/>
                <a:gd name="T42" fmla="*/ 85 w 94"/>
                <a:gd name="T43" fmla="*/ 39 h 88"/>
                <a:gd name="T44" fmla="*/ 77 w 94"/>
                <a:gd name="T45" fmla="*/ 53 h 88"/>
                <a:gd name="T46" fmla="*/ 74 w 94"/>
                <a:gd name="T47" fmla="*/ 54 h 88"/>
                <a:gd name="T48" fmla="*/ 73 w 94"/>
                <a:gd name="T49" fmla="*/ 45 h 88"/>
                <a:gd name="T50" fmla="*/ 67 w 94"/>
                <a:gd name="T51" fmla="*/ 44 h 88"/>
                <a:gd name="T52" fmla="*/ 38 w 94"/>
                <a:gd name="T53" fmla="*/ 42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4" h="88">
                  <a:moveTo>
                    <a:pt x="38" y="42"/>
                  </a:moveTo>
                  <a:cubicBezTo>
                    <a:pt x="47" y="57"/>
                    <a:pt x="47" y="57"/>
                    <a:pt x="47" y="57"/>
                  </a:cubicBezTo>
                  <a:cubicBezTo>
                    <a:pt x="50" y="63"/>
                    <a:pt x="53" y="66"/>
                    <a:pt x="56" y="68"/>
                  </a:cubicBezTo>
                  <a:cubicBezTo>
                    <a:pt x="62" y="72"/>
                    <a:pt x="65" y="65"/>
                    <a:pt x="67" y="66"/>
                  </a:cubicBezTo>
                  <a:cubicBezTo>
                    <a:pt x="67" y="67"/>
                    <a:pt x="67" y="68"/>
                    <a:pt x="67" y="69"/>
                  </a:cubicBezTo>
                  <a:cubicBezTo>
                    <a:pt x="65" y="72"/>
                    <a:pt x="63" y="74"/>
                    <a:pt x="61" y="78"/>
                  </a:cubicBezTo>
                  <a:cubicBezTo>
                    <a:pt x="59" y="81"/>
                    <a:pt x="57" y="84"/>
                    <a:pt x="55" y="87"/>
                  </a:cubicBezTo>
                  <a:cubicBezTo>
                    <a:pt x="55" y="88"/>
                    <a:pt x="54" y="88"/>
                    <a:pt x="54" y="88"/>
                  </a:cubicBezTo>
                  <a:cubicBezTo>
                    <a:pt x="52" y="86"/>
                    <a:pt x="57" y="84"/>
                    <a:pt x="48" y="65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5" y="23"/>
                    <a:pt x="3" y="33"/>
                    <a:pt x="1" y="31"/>
                  </a:cubicBezTo>
                  <a:cubicBezTo>
                    <a:pt x="0" y="31"/>
                    <a:pt x="0" y="30"/>
                    <a:pt x="1" y="29"/>
                  </a:cubicBezTo>
                  <a:cubicBezTo>
                    <a:pt x="4" y="24"/>
                    <a:pt x="7" y="19"/>
                    <a:pt x="9" y="16"/>
                  </a:cubicBezTo>
                  <a:cubicBezTo>
                    <a:pt x="12" y="12"/>
                    <a:pt x="14" y="7"/>
                    <a:pt x="17" y="2"/>
                  </a:cubicBezTo>
                  <a:cubicBezTo>
                    <a:pt x="18" y="1"/>
                    <a:pt x="19" y="0"/>
                    <a:pt x="20" y="1"/>
                  </a:cubicBezTo>
                  <a:cubicBezTo>
                    <a:pt x="23" y="3"/>
                    <a:pt x="14" y="9"/>
                    <a:pt x="21" y="13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80" y="29"/>
                    <a:pt x="80" y="29"/>
                    <a:pt x="80" y="29"/>
                  </a:cubicBezTo>
                  <a:cubicBezTo>
                    <a:pt x="91" y="29"/>
                    <a:pt x="91" y="22"/>
                    <a:pt x="93" y="24"/>
                  </a:cubicBezTo>
                  <a:cubicBezTo>
                    <a:pt x="94" y="24"/>
                    <a:pt x="94" y="25"/>
                    <a:pt x="93" y="26"/>
                  </a:cubicBezTo>
                  <a:cubicBezTo>
                    <a:pt x="91" y="31"/>
                    <a:pt x="88" y="35"/>
                    <a:pt x="85" y="39"/>
                  </a:cubicBezTo>
                  <a:cubicBezTo>
                    <a:pt x="82" y="44"/>
                    <a:pt x="79" y="48"/>
                    <a:pt x="77" y="53"/>
                  </a:cubicBezTo>
                  <a:cubicBezTo>
                    <a:pt x="76" y="54"/>
                    <a:pt x="75" y="55"/>
                    <a:pt x="74" y="54"/>
                  </a:cubicBezTo>
                  <a:cubicBezTo>
                    <a:pt x="72" y="53"/>
                    <a:pt x="78" y="49"/>
                    <a:pt x="73" y="45"/>
                  </a:cubicBezTo>
                  <a:cubicBezTo>
                    <a:pt x="71" y="44"/>
                    <a:pt x="69" y="44"/>
                    <a:pt x="67" y="44"/>
                  </a:cubicBezTo>
                  <a:lnTo>
                    <a:pt x="38" y="4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2205242" y="3458828"/>
              <a:ext cx="627471" cy="546878"/>
            </a:xfrm>
            <a:custGeom>
              <a:avLst/>
              <a:gdLst>
                <a:gd name="T0" fmla="*/ 66 w 92"/>
                <a:gd name="T1" fmla="*/ 60 h 80"/>
                <a:gd name="T2" fmla="*/ 64 w 92"/>
                <a:gd name="T3" fmla="*/ 60 h 80"/>
                <a:gd name="T4" fmla="*/ 66 w 92"/>
                <a:gd name="T5" fmla="*/ 57 h 80"/>
                <a:gd name="T6" fmla="*/ 76 w 92"/>
                <a:gd name="T7" fmla="*/ 20 h 80"/>
                <a:gd name="T8" fmla="*/ 54 w 92"/>
                <a:gd name="T9" fmla="*/ 13 h 80"/>
                <a:gd name="T10" fmla="*/ 46 w 92"/>
                <a:gd name="T11" fmla="*/ 73 h 80"/>
                <a:gd name="T12" fmla="*/ 13 w 92"/>
                <a:gd name="T13" fmla="*/ 65 h 80"/>
                <a:gd name="T14" fmla="*/ 6 w 92"/>
                <a:gd name="T15" fmla="*/ 46 h 80"/>
                <a:gd name="T16" fmla="*/ 0 w 92"/>
                <a:gd name="T17" fmla="*/ 44 h 80"/>
                <a:gd name="T18" fmla="*/ 1 w 92"/>
                <a:gd name="T19" fmla="*/ 42 h 80"/>
                <a:gd name="T20" fmla="*/ 18 w 92"/>
                <a:gd name="T21" fmla="*/ 28 h 80"/>
                <a:gd name="T22" fmla="*/ 21 w 92"/>
                <a:gd name="T23" fmla="*/ 26 h 80"/>
                <a:gd name="T24" fmla="*/ 22 w 92"/>
                <a:gd name="T25" fmla="*/ 26 h 80"/>
                <a:gd name="T26" fmla="*/ 18 w 92"/>
                <a:gd name="T27" fmla="*/ 33 h 80"/>
                <a:gd name="T28" fmla="*/ 15 w 92"/>
                <a:gd name="T29" fmla="*/ 63 h 80"/>
                <a:gd name="T30" fmla="*/ 33 w 92"/>
                <a:gd name="T31" fmla="*/ 69 h 80"/>
                <a:gd name="T32" fmla="*/ 40 w 92"/>
                <a:gd name="T33" fmla="*/ 9 h 80"/>
                <a:gd name="T34" fmla="*/ 78 w 92"/>
                <a:gd name="T35" fmla="*/ 19 h 80"/>
                <a:gd name="T36" fmla="*/ 86 w 92"/>
                <a:gd name="T37" fmla="*/ 39 h 80"/>
                <a:gd name="T38" fmla="*/ 92 w 92"/>
                <a:gd name="T39" fmla="*/ 42 h 80"/>
                <a:gd name="T40" fmla="*/ 92 w 92"/>
                <a:gd name="T41" fmla="*/ 43 h 80"/>
                <a:gd name="T42" fmla="*/ 66 w 92"/>
                <a:gd name="T43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2" h="80">
                  <a:moveTo>
                    <a:pt x="66" y="60"/>
                  </a:moveTo>
                  <a:cubicBezTo>
                    <a:pt x="64" y="61"/>
                    <a:pt x="64" y="61"/>
                    <a:pt x="64" y="60"/>
                  </a:cubicBezTo>
                  <a:cubicBezTo>
                    <a:pt x="63" y="59"/>
                    <a:pt x="64" y="59"/>
                    <a:pt x="66" y="57"/>
                  </a:cubicBezTo>
                  <a:cubicBezTo>
                    <a:pt x="76" y="47"/>
                    <a:pt x="85" y="34"/>
                    <a:pt x="76" y="20"/>
                  </a:cubicBezTo>
                  <a:cubicBezTo>
                    <a:pt x="70" y="11"/>
                    <a:pt x="61" y="8"/>
                    <a:pt x="54" y="13"/>
                  </a:cubicBezTo>
                  <a:cubicBezTo>
                    <a:pt x="35" y="26"/>
                    <a:pt x="69" y="57"/>
                    <a:pt x="46" y="73"/>
                  </a:cubicBezTo>
                  <a:cubicBezTo>
                    <a:pt x="35" y="80"/>
                    <a:pt x="20" y="76"/>
                    <a:pt x="13" y="65"/>
                  </a:cubicBezTo>
                  <a:cubicBezTo>
                    <a:pt x="7" y="56"/>
                    <a:pt x="7" y="49"/>
                    <a:pt x="6" y="46"/>
                  </a:cubicBezTo>
                  <a:cubicBezTo>
                    <a:pt x="3" y="43"/>
                    <a:pt x="2" y="46"/>
                    <a:pt x="0" y="44"/>
                  </a:cubicBezTo>
                  <a:cubicBezTo>
                    <a:pt x="0" y="44"/>
                    <a:pt x="0" y="43"/>
                    <a:pt x="1" y="42"/>
                  </a:cubicBezTo>
                  <a:cubicBezTo>
                    <a:pt x="18" y="28"/>
                    <a:pt x="18" y="28"/>
                    <a:pt x="18" y="28"/>
                  </a:cubicBezTo>
                  <a:cubicBezTo>
                    <a:pt x="20" y="27"/>
                    <a:pt x="21" y="26"/>
                    <a:pt x="21" y="26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23" y="27"/>
                    <a:pt x="21" y="29"/>
                    <a:pt x="18" y="33"/>
                  </a:cubicBezTo>
                  <a:cubicBezTo>
                    <a:pt x="11" y="44"/>
                    <a:pt x="8" y="53"/>
                    <a:pt x="15" y="63"/>
                  </a:cubicBezTo>
                  <a:cubicBezTo>
                    <a:pt x="19" y="70"/>
                    <a:pt x="26" y="73"/>
                    <a:pt x="33" y="69"/>
                  </a:cubicBezTo>
                  <a:cubicBezTo>
                    <a:pt x="48" y="58"/>
                    <a:pt x="14" y="26"/>
                    <a:pt x="40" y="9"/>
                  </a:cubicBezTo>
                  <a:cubicBezTo>
                    <a:pt x="52" y="0"/>
                    <a:pt x="69" y="5"/>
                    <a:pt x="78" y="19"/>
                  </a:cubicBezTo>
                  <a:cubicBezTo>
                    <a:pt x="85" y="28"/>
                    <a:pt x="83" y="35"/>
                    <a:pt x="86" y="39"/>
                  </a:cubicBezTo>
                  <a:cubicBezTo>
                    <a:pt x="88" y="43"/>
                    <a:pt x="91" y="40"/>
                    <a:pt x="92" y="42"/>
                  </a:cubicBezTo>
                  <a:cubicBezTo>
                    <a:pt x="92" y="42"/>
                    <a:pt x="92" y="43"/>
                    <a:pt x="92" y="43"/>
                  </a:cubicBezTo>
                  <a:lnTo>
                    <a:pt x="66" y="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6" name="Freeform 16"/>
            <p:cNvSpPr/>
            <p:nvPr/>
          </p:nvSpPr>
          <p:spPr bwMode="auto">
            <a:xfrm>
              <a:off x="1882872" y="2799697"/>
              <a:ext cx="676402" cy="693670"/>
            </a:xfrm>
            <a:custGeom>
              <a:avLst/>
              <a:gdLst>
                <a:gd name="T0" fmla="*/ 32 w 99"/>
                <a:gd name="T1" fmla="*/ 90 h 102"/>
                <a:gd name="T2" fmla="*/ 27 w 99"/>
                <a:gd name="T3" fmla="*/ 102 h 102"/>
                <a:gd name="T4" fmla="*/ 25 w 99"/>
                <a:gd name="T5" fmla="*/ 101 h 102"/>
                <a:gd name="T6" fmla="*/ 20 w 99"/>
                <a:gd name="T7" fmla="*/ 86 h 102"/>
                <a:gd name="T8" fmla="*/ 15 w 99"/>
                <a:gd name="T9" fmla="*/ 71 h 102"/>
                <a:gd name="T10" fmla="*/ 16 w 99"/>
                <a:gd name="T11" fmla="*/ 68 h 102"/>
                <a:gd name="T12" fmla="*/ 26 w 99"/>
                <a:gd name="T13" fmla="*/ 75 h 102"/>
                <a:gd name="T14" fmla="*/ 51 w 99"/>
                <a:gd name="T15" fmla="*/ 67 h 102"/>
                <a:gd name="T16" fmla="*/ 42 w 99"/>
                <a:gd name="T17" fmla="*/ 38 h 102"/>
                <a:gd name="T18" fmla="*/ 17 w 99"/>
                <a:gd name="T19" fmla="*/ 47 h 102"/>
                <a:gd name="T20" fmla="*/ 13 w 99"/>
                <a:gd name="T21" fmla="*/ 58 h 102"/>
                <a:gd name="T22" fmla="*/ 10 w 99"/>
                <a:gd name="T23" fmla="*/ 57 h 102"/>
                <a:gd name="T24" fmla="*/ 6 w 99"/>
                <a:gd name="T25" fmla="*/ 42 h 102"/>
                <a:gd name="T26" fmla="*/ 0 w 99"/>
                <a:gd name="T27" fmla="*/ 27 h 102"/>
                <a:gd name="T28" fmla="*/ 1 w 99"/>
                <a:gd name="T29" fmla="*/ 24 h 102"/>
                <a:gd name="T30" fmla="*/ 12 w 99"/>
                <a:gd name="T31" fmla="*/ 31 h 102"/>
                <a:gd name="T32" fmla="*/ 67 w 99"/>
                <a:gd name="T33" fmla="*/ 12 h 102"/>
                <a:gd name="T34" fmla="*/ 71 w 99"/>
                <a:gd name="T35" fmla="*/ 1 h 102"/>
                <a:gd name="T36" fmla="*/ 74 w 99"/>
                <a:gd name="T37" fmla="*/ 2 h 102"/>
                <a:gd name="T38" fmla="*/ 78 w 99"/>
                <a:gd name="T39" fmla="*/ 17 h 102"/>
                <a:gd name="T40" fmla="*/ 84 w 99"/>
                <a:gd name="T41" fmla="*/ 32 h 102"/>
                <a:gd name="T42" fmla="*/ 83 w 99"/>
                <a:gd name="T43" fmla="*/ 35 h 102"/>
                <a:gd name="T44" fmla="*/ 72 w 99"/>
                <a:gd name="T45" fmla="*/ 28 h 102"/>
                <a:gd name="T46" fmla="*/ 44 w 99"/>
                <a:gd name="T47" fmla="*/ 38 h 102"/>
                <a:gd name="T48" fmla="*/ 54 w 99"/>
                <a:gd name="T49" fmla="*/ 66 h 102"/>
                <a:gd name="T50" fmla="*/ 82 w 99"/>
                <a:gd name="T51" fmla="*/ 56 h 102"/>
                <a:gd name="T52" fmla="*/ 86 w 99"/>
                <a:gd name="T53" fmla="*/ 44 h 102"/>
                <a:gd name="T54" fmla="*/ 88 w 99"/>
                <a:gd name="T55" fmla="*/ 46 h 102"/>
                <a:gd name="T56" fmla="*/ 93 w 99"/>
                <a:gd name="T57" fmla="*/ 61 h 102"/>
                <a:gd name="T58" fmla="*/ 98 w 99"/>
                <a:gd name="T59" fmla="*/ 76 h 102"/>
                <a:gd name="T60" fmla="*/ 98 w 99"/>
                <a:gd name="T61" fmla="*/ 79 h 102"/>
                <a:gd name="T62" fmla="*/ 87 w 99"/>
                <a:gd name="T63" fmla="*/ 72 h 102"/>
                <a:gd name="T64" fmla="*/ 32 w 99"/>
                <a:gd name="T65" fmla="*/ 9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9" h="102">
                  <a:moveTo>
                    <a:pt x="32" y="90"/>
                  </a:moveTo>
                  <a:cubicBezTo>
                    <a:pt x="23" y="93"/>
                    <a:pt x="30" y="101"/>
                    <a:pt x="27" y="102"/>
                  </a:cubicBezTo>
                  <a:cubicBezTo>
                    <a:pt x="26" y="102"/>
                    <a:pt x="26" y="102"/>
                    <a:pt x="25" y="101"/>
                  </a:cubicBezTo>
                  <a:cubicBezTo>
                    <a:pt x="23" y="95"/>
                    <a:pt x="22" y="90"/>
                    <a:pt x="20" y="86"/>
                  </a:cubicBezTo>
                  <a:cubicBezTo>
                    <a:pt x="19" y="81"/>
                    <a:pt x="17" y="76"/>
                    <a:pt x="15" y="71"/>
                  </a:cubicBezTo>
                  <a:cubicBezTo>
                    <a:pt x="15" y="69"/>
                    <a:pt x="15" y="68"/>
                    <a:pt x="16" y="68"/>
                  </a:cubicBezTo>
                  <a:cubicBezTo>
                    <a:pt x="19" y="67"/>
                    <a:pt x="18" y="78"/>
                    <a:pt x="26" y="75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17" y="47"/>
                    <a:pt x="17" y="47"/>
                    <a:pt x="17" y="47"/>
                  </a:cubicBezTo>
                  <a:cubicBezTo>
                    <a:pt x="8" y="50"/>
                    <a:pt x="16" y="57"/>
                    <a:pt x="13" y="58"/>
                  </a:cubicBezTo>
                  <a:cubicBezTo>
                    <a:pt x="12" y="59"/>
                    <a:pt x="11" y="58"/>
                    <a:pt x="10" y="57"/>
                  </a:cubicBezTo>
                  <a:cubicBezTo>
                    <a:pt x="9" y="51"/>
                    <a:pt x="7" y="46"/>
                    <a:pt x="6" y="42"/>
                  </a:cubicBezTo>
                  <a:cubicBezTo>
                    <a:pt x="4" y="37"/>
                    <a:pt x="2" y="32"/>
                    <a:pt x="0" y="27"/>
                  </a:cubicBezTo>
                  <a:cubicBezTo>
                    <a:pt x="0" y="25"/>
                    <a:pt x="0" y="25"/>
                    <a:pt x="1" y="24"/>
                  </a:cubicBezTo>
                  <a:cubicBezTo>
                    <a:pt x="4" y="23"/>
                    <a:pt x="3" y="34"/>
                    <a:pt x="12" y="31"/>
                  </a:cubicBezTo>
                  <a:cubicBezTo>
                    <a:pt x="67" y="12"/>
                    <a:pt x="67" y="12"/>
                    <a:pt x="67" y="12"/>
                  </a:cubicBezTo>
                  <a:cubicBezTo>
                    <a:pt x="76" y="9"/>
                    <a:pt x="68" y="2"/>
                    <a:pt x="71" y="1"/>
                  </a:cubicBezTo>
                  <a:cubicBezTo>
                    <a:pt x="72" y="0"/>
                    <a:pt x="73" y="1"/>
                    <a:pt x="74" y="2"/>
                  </a:cubicBezTo>
                  <a:cubicBezTo>
                    <a:pt x="75" y="8"/>
                    <a:pt x="77" y="13"/>
                    <a:pt x="78" y="17"/>
                  </a:cubicBezTo>
                  <a:cubicBezTo>
                    <a:pt x="80" y="22"/>
                    <a:pt x="82" y="27"/>
                    <a:pt x="84" y="32"/>
                  </a:cubicBezTo>
                  <a:cubicBezTo>
                    <a:pt x="84" y="34"/>
                    <a:pt x="84" y="34"/>
                    <a:pt x="83" y="35"/>
                  </a:cubicBezTo>
                  <a:cubicBezTo>
                    <a:pt x="80" y="36"/>
                    <a:pt x="81" y="25"/>
                    <a:pt x="72" y="2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82" y="56"/>
                    <a:pt x="82" y="56"/>
                    <a:pt x="82" y="56"/>
                  </a:cubicBezTo>
                  <a:cubicBezTo>
                    <a:pt x="90" y="53"/>
                    <a:pt x="83" y="45"/>
                    <a:pt x="86" y="44"/>
                  </a:cubicBezTo>
                  <a:cubicBezTo>
                    <a:pt x="87" y="44"/>
                    <a:pt x="88" y="44"/>
                    <a:pt x="88" y="46"/>
                  </a:cubicBezTo>
                  <a:cubicBezTo>
                    <a:pt x="90" y="52"/>
                    <a:pt x="92" y="57"/>
                    <a:pt x="93" y="61"/>
                  </a:cubicBezTo>
                  <a:cubicBezTo>
                    <a:pt x="95" y="65"/>
                    <a:pt x="97" y="70"/>
                    <a:pt x="98" y="76"/>
                  </a:cubicBezTo>
                  <a:cubicBezTo>
                    <a:pt x="99" y="78"/>
                    <a:pt x="99" y="78"/>
                    <a:pt x="98" y="79"/>
                  </a:cubicBezTo>
                  <a:cubicBezTo>
                    <a:pt x="95" y="80"/>
                    <a:pt x="96" y="69"/>
                    <a:pt x="87" y="72"/>
                  </a:cubicBezTo>
                  <a:lnTo>
                    <a:pt x="32" y="9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7" name="Freeform 17"/>
            <p:cNvSpPr/>
            <p:nvPr/>
          </p:nvSpPr>
          <p:spPr bwMode="auto">
            <a:xfrm>
              <a:off x="1822429" y="2238426"/>
              <a:ext cx="546878" cy="483555"/>
            </a:xfrm>
            <a:custGeom>
              <a:avLst/>
              <a:gdLst>
                <a:gd name="T0" fmla="*/ 12 w 80"/>
                <a:gd name="T1" fmla="*/ 61 h 71"/>
                <a:gd name="T2" fmla="*/ 4 w 80"/>
                <a:gd name="T3" fmla="*/ 71 h 71"/>
                <a:gd name="T4" fmla="*/ 3 w 80"/>
                <a:gd name="T5" fmla="*/ 69 h 71"/>
                <a:gd name="T6" fmla="*/ 2 w 80"/>
                <a:gd name="T7" fmla="*/ 53 h 71"/>
                <a:gd name="T8" fmla="*/ 0 w 80"/>
                <a:gd name="T9" fmla="*/ 12 h 71"/>
                <a:gd name="T10" fmla="*/ 21 w 80"/>
                <a:gd name="T11" fmla="*/ 6 h 71"/>
                <a:gd name="T12" fmla="*/ 24 w 80"/>
                <a:gd name="T13" fmla="*/ 5 h 71"/>
                <a:gd name="T14" fmla="*/ 25 w 80"/>
                <a:gd name="T15" fmla="*/ 6 h 71"/>
                <a:gd name="T16" fmla="*/ 16 w 80"/>
                <a:gd name="T17" fmla="*/ 12 h 71"/>
                <a:gd name="T18" fmla="*/ 4 w 80"/>
                <a:gd name="T19" fmla="*/ 39 h 71"/>
                <a:gd name="T20" fmla="*/ 4 w 80"/>
                <a:gd name="T21" fmla="*/ 45 h 71"/>
                <a:gd name="T22" fmla="*/ 37 w 80"/>
                <a:gd name="T23" fmla="*/ 43 h 71"/>
                <a:gd name="T24" fmla="*/ 37 w 80"/>
                <a:gd name="T25" fmla="*/ 40 h 71"/>
                <a:gd name="T26" fmla="*/ 22 w 80"/>
                <a:gd name="T27" fmla="*/ 27 h 71"/>
                <a:gd name="T28" fmla="*/ 19 w 80"/>
                <a:gd name="T29" fmla="*/ 25 h 71"/>
                <a:gd name="T30" fmla="*/ 21 w 80"/>
                <a:gd name="T31" fmla="*/ 24 h 71"/>
                <a:gd name="T32" fmla="*/ 55 w 80"/>
                <a:gd name="T33" fmla="*/ 22 h 71"/>
                <a:gd name="T34" fmla="*/ 57 w 80"/>
                <a:gd name="T35" fmla="*/ 24 h 71"/>
                <a:gd name="T36" fmla="*/ 54 w 80"/>
                <a:gd name="T37" fmla="*/ 25 h 71"/>
                <a:gd name="T38" fmla="*/ 39 w 80"/>
                <a:gd name="T39" fmla="*/ 40 h 71"/>
                <a:gd name="T40" fmla="*/ 40 w 80"/>
                <a:gd name="T41" fmla="*/ 43 h 71"/>
                <a:gd name="T42" fmla="*/ 68 w 80"/>
                <a:gd name="T43" fmla="*/ 42 h 71"/>
                <a:gd name="T44" fmla="*/ 76 w 80"/>
                <a:gd name="T45" fmla="*/ 32 h 71"/>
                <a:gd name="T46" fmla="*/ 50 w 80"/>
                <a:gd name="T47" fmla="*/ 2 h 71"/>
                <a:gd name="T48" fmla="*/ 47 w 80"/>
                <a:gd name="T49" fmla="*/ 1 h 71"/>
                <a:gd name="T50" fmla="*/ 48 w 80"/>
                <a:gd name="T51" fmla="*/ 0 h 71"/>
                <a:gd name="T52" fmla="*/ 52 w 80"/>
                <a:gd name="T53" fmla="*/ 0 h 71"/>
                <a:gd name="T54" fmla="*/ 77 w 80"/>
                <a:gd name="T55" fmla="*/ 4 h 71"/>
                <a:gd name="T56" fmla="*/ 79 w 80"/>
                <a:gd name="T57" fmla="*/ 49 h 71"/>
                <a:gd name="T58" fmla="*/ 80 w 80"/>
                <a:gd name="T59" fmla="*/ 65 h 71"/>
                <a:gd name="T60" fmla="*/ 78 w 80"/>
                <a:gd name="T61" fmla="*/ 67 h 71"/>
                <a:gd name="T62" fmla="*/ 70 w 80"/>
                <a:gd name="T63" fmla="*/ 58 h 71"/>
                <a:gd name="T64" fmla="*/ 12 w 80"/>
                <a:gd name="T65" fmla="*/ 6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0" h="71">
                  <a:moveTo>
                    <a:pt x="12" y="61"/>
                  </a:moveTo>
                  <a:cubicBezTo>
                    <a:pt x="3" y="61"/>
                    <a:pt x="8" y="71"/>
                    <a:pt x="4" y="71"/>
                  </a:cubicBezTo>
                  <a:cubicBezTo>
                    <a:pt x="3" y="71"/>
                    <a:pt x="3" y="71"/>
                    <a:pt x="3" y="69"/>
                  </a:cubicBezTo>
                  <a:cubicBezTo>
                    <a:pt x="2" y="63"/>
                    <a:pt x="2" y="58"/>
                    <a:pt x="2" y="53"/>
                  </a:cubicBezTo>
                  <a:cubicBezTo>
                    <a:pt x="2" y="39"/>
                    <a:pt x="1" y="26"/>
                    <a:pt x="0" y="12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3" y="5"/>
                    <a:pt x="24" y="5"/>
                    <a:pt x="24" y="5"/>
                  </a:cubicBezTo>
                  <a:cubicBezTo>
                    <a:pt x="25" y="5"/>
                    <a:pt x="25" y="5"/>
                    <a:pt x="25" y="6"/>
                  </a:cubicBezTo>
                  <a:cubicBezTo>
                    <a:pt x="25" y="7"/>
                    <a:pt x="23" y="7"/>
                    <a:pt x="16" y="12"/>
                  </a:cubicBezTo>
                  <a:cubicBezTo>
                    <a:pt x="8" y="17"/>
                    <a:pt x="3" y="25"/>
                    <a:pt x="4" y="39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6" y="32"/>
                    <a:pt x="30" y="27"/>
                    <a:pt x="22" y="27"/>
                  </a:cubicBezTo>
                  <a:cubicBezTo>
                    <a:pt x="20" y="27"/>
                    <a:pt x="19" y="27"/>
                    <a:pt x="19" y="25"/>
                  </a:cubicBezTo>
                  <a:cubicBezTo>
                    <a:pt x="19" y="25"/>
                    <a:pt x="20" y="24"/>
                    <a:pt x="21" y="24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6" y="22"/>
                    <a:pt x="57" y="23"/>
                    <a:pt x="57" y="24"/>
                  </a:cubicBezTo>
                  <a:cubicBezTo>
                    <a:pt x="57" y="25"/>
                    <a:pt x="56" y="25"/>
                    <a:pt x="54" y="25"/>
                  </a:cubicBezTo>
                  <a:cubicBezTo>
                    <a:pt x="44" y="26"/>
                    <a:pt x="39" y="32"/>
                    <a:pt x="39" y="40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68" y="42"/>
                    <a:pt x="68" y="42"/>
                    <a:pt x="68" y="42"/>
                  </a:cubicBezTo>
                  <a:cubicBezTo>
                    <a:pt x="73" y="41"/>
                    <a:pt x="76" y="39"/>
                    <a:pt x="76" y="32"/>
                  </a:cubicBezTo>
                  <a:cubicBezTo>
                    <a:pt x="75" y="14"/>
                    <a:pt x="62" y="5"/>
                    <a:pt x="50" y="2"/>
                  </a:cubicBezTo>
                  <a:cubicBezTo>
                    <a:pt x="48" y="2"/>
                    <a:pt x="47" y="2"/>
                    <a:pt x="47" y="1"/>
                  </a:cubicBezTo>
                  <a:cubicBezTo>
                    <a:pt x="47" y="0"/>
                    <a:pt x="48" y="0"/>
                    <a:pt x="48" y="0"/>
                  </a:cubicBezTo>
                  <a:cubicBezTo>
                    <a:pt x="49" y="0"/>
                    <a:pt x="50" y="0"/>
                    <a:pt x="52" y="0"/>
                  </a:cubicBezTo>
                  <a:cubicBezTo>
                    <a:pt x="77" y="4"/>
                    <a:pt x="77" y="4"/>
                    <a:pt x="77" y="4"/>
                  </a:cubicBezTo>
                  <a:cubicBezTo>
                    <a:pt x="77" y="19"/>
                    <a:pt x="78" y="34"/>
                    <a:pt x="79" y="49"/>
                  </a:cubicBezTo>
                  <a:cubicBezTo>
                    <a:pt x="79" y="54"/>
                    <a:pt x="80" y="59"/>
                    <a:pt x="80" y="65"/>
                  </a:cubicBezTo>
                  <a:cubicBezTo>
                    <a:pt x="80" y="67"/>
                    <a:pt x="79" y="67"/>
                    <a:pt x="78" y="67"/>
                  </a:cubicBezTo>
                  <a:cubicBezTo>
                    <a:pt x="75" y="68"/>
                    <a:pt x="79" y="58"/>
                    <a:pt x="70" y="58"/>
                  </a:cubicBezTo>
                  <a:lnTo>
                    <a:pt x="12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8" name="Freeform 18"/>
            <p:cNvSpPr/>
            <p:nvPr/>
          </p:nvSpPr>
          <p:spPr bwMode="auto">
            <a:xfrm>
              <a:off x="1831063" y="1481433"/>
              <a:ext cx="633227" cy="662010"/>
            </a:xfrm>
            <a:custGeom>
              <a:avLst/>
              <a:gdLst>
                <a:gd name="T0" fmla="*/ 62 w 93"/>
                <a:gd name="T1" fmla="*/ 78 h 97"/>
                <a:gd name="T2" fmla="*/ 77 w 93"/>
                <a:gd name="T3" fmla="*/ 74 h 97"/>
                <a:gd name="T4" fmla="*/ 81 w 93"/>
                <a:gd name="T5" fmla="*/ 69 h 97"/>
                <a:gd name="T6" fmla="*/ 81 w 93"/>
                <a:gd name="T7" fmla="*/ 70 h 97"/>
                <a:gd name="T8" fmla="*/ 79 w 93"/>
                <a:gd name="T9" fmla="*/ 83 h 97"/>
                <a:gd name="T10" fmla="*/ 76 w 93"/>
                <a:gd name="T11" fmla="*/ 96 h 97"/>
                <a:gd name="T12" fmla="*/ 74 w 93"/>
                <a:gd name="T13" fmla="*/ 97 h 97"/>
                <a:gd name="T14" fmla="*/ 74 w 93"/>
                <a:gd name="T15" fmla="*/ 90 h 97"/>
                <a:gd name="T16" fmla="*/ 61 w 93"/>
                <a:gd name="T17" fmla="*/ 80 h 97"/>
                <a:gd name="T18" fmla="*/ 13 w 93"/>
                <a:gd name="T19" fmla="*/ 70 h 97"/>
                <a:gd name="T20" fmla="*/ 3 w 93"/>
                <a:gd name="T21" fmla="*/ 79 h 97"/>
                <a:gd name="T22" fmla="*/ 1 w 93"/>
                <a:gd name="T23" fmla="*/ 81 h 97"/>
                <a:gd name="T24" fmla="*/ 1 w 93"/>
                <a:gd name="T25" fmla="*/ 79 h 97"/>
                <a:gd name="T26" fmla="*/ 3 w 93"/>
                <a:gd name="T27" fmla="*/ 67 h 97"/>
                <a:gd name="T28" fmla="*/ 6 w 93"/>
                <a:gd name="T29" fmla="*/ 55 h 97"/>
                <a:gd name="T30" fmla="*/ 64 w 93"/>
                <a:gd name="T31" fmla="*/ 26 h 97"/>
                <a:gd name="T32" fmla="*/ 65 w 93"/>
                <a:gd name="T33" fmla="*/ 26 h 97"/>
                <a:gd name="T34" fmla="*/ 32 w 93"/>
                <a:gd name="T35" fmla="*/ 19 h 97"/>
                <a:gd name="T36" fmla="*/ 16 w 93"/>
                <a:gd name="T37" fmla="*/ 23 h 97"/>
                <a:gd name="T38" fmla="*/ 13 w 93"/>
                <a:gd name="T39" fmla="*/ 28 h 97"/>
                <a:gd name="T40" fmla="*/ 12 w 93"/>
                <a:gd name="T41" fmla="*/ 26 h 97"/>
                <a:gd name="T42" fmla="*/ 15 w 93"/>
                <a:gd name="T43" fmla="*/ 14 h 97"/>
                <a:gd name="T44" fmla="*/ 18 w 93"/>
                <a:gd name="T45" fmla="*/ 1 h 97"/>
                <a:gd name="T46" fmla="*/ 19 w 93"/>
                <a:gd name="T47" fmla="*/ 0 h 97"/>
                <a:gd name="T48" fmla="*/ 20 w 93"/>
                <a:gd name="T49" fmla="*/ 6 h 97"/>
                <a:gd name="T50" fmla="*/ 32 w 93"/>
                <a:gd name="T51" fmla="*/ 16 h 97"/>
                <a:gd name="T52" fmla="*/ 89 w 93"/>
                <a:gd name="T53" fmla="*/ 29 h 97"/>
                <a:gd name="T54" fmla="*/ 93 w 93"/>
                <a:gd name="T55" fmla="*/ 31 h 97"/>
                <a:gd name="T56" fmla="*/ 90 w 93"/>
                <a:gd name="T57" fmla="*/ 33 h 97"/>
                <a:gd name="T58" fmla="*/ 17 w 93"/>
                <a:gd name="T59" fmla="*/ 68 h 97"/>
                <a:gd name="T60" fmla="*/ 17 w 93"/>
                <a:gd name="T61" fmla="*/ 68 h 97"/>
                <a:gd name="T62" fmla="*/ 62 w 93"/>
                <a:gd name="T63" fmla="*/ 7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97">
                  <a:moveTo>
                    <a:pt x="62" y="78"/>
                  </a:moveTo>
                  <a:cubicBezTo>
                    <a:pt x="71" y="80"/>
                    <a:pt x="75" y="77"/>
                    <a:pt x="77" y="74"/>
                  </a:cubicBezTo>
                  <a:cubicBezTo>
                    <a:pt x="79" y="71"/>
                    <a:pt x="79" y="68"/>
                    <a:pt x="81" y="69"/>
                  </a:cubicBezTo>
                  <a:cubicBezTo>
                    <a:pt x="81" y="69"/>
                    <a:pt x="82" y="69"/>
                    <a:pt x="81" y="70"/>
                  </a:cubicBezTo>
                  <a:cubicBezTo>
                    <a:pt x="81" y="74"/>
                    <a:pt x="79" y="78"/>
                    <a:pt x="79" y="83"/>
                  </a:cubicBezTo>
                  <a:cubicBezTo>
                    <a:pt x="78" y="87"/>
                    <a:pt x="77" y="92"/>
                    <a:pt x="76" y="96"/>
                  </a:cubicBezTo>
                  <a:cubicBezTo>
                    <a:pt x="76" y="97"/>
                    <a:pt x="75" y="97"/>
                    <a:pt x="74" y="97"/>
                  </a:cubicBezTo>
                  <a:cubicBezTo>
                    <a:pt x="73" y="96"/>
                    <a:pt x="74" y="94"/>
                    <a:pt x="74" y="90"/>
                  </a:cubicBezTo>
                  <a:cubicBezTo>
                    <a:pt x="73" y="87"/>
                    <a:pt x="70" y="82"/>
                    <a:pt x="61" y="80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7" y="72"/>
                    <a:pt x="5" y="75"/>
                    <a:pt x="3" y="79"/>
                  </a:cubicBezTo>
                  <a:cubicBezTo>
                    <a:pt x="3" y="80"/>
                    <a:pt x="3" y="81"/>
                    <a:pt x="1" y="81"/>
                  </a:cubicBezTo>
                  <a:cubicBezTo>
                    <a:pt x="1" y="81"/>
                    <a:pt x="0" y="80"/>
                    <a:pt x="1" y="79"/>
                  </a:cubicBezTo>
                  <a:cubicBezTo>
                    <a:pt x="1" y="75"/>
                    <a:pt x="2" y="71"/>
                    <a:pt x="3" y="67"/>
                  </a:cubicBezTo>
                  <a:cubicBezTo>
                    <a:pt x="6" y="55"/>
                    <a:pt x="6" y="55"/>
                    <a:pt x="6" y="55"/>
                  </a:cubicBezTo>
                  <a:cubicBezTo>
                    <a:pt x="64" y="26"/>
                    <a:pt x="64" y="26"/>
                    <a:pt x="64" y="26"/>
                  </a:cubicBezTo>
                  <a:cubicBezTo>
                    <a:pt x="65" y="26"/>
                    <a:pt x="65" y="26"/>
                    <a:pt x="65" y="26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7"/>
                    <a:pt x="19" y="20"/>
                    <a:pt x="16" y="23"/>
                  </a:cubicBezTo>
                  <a:cubicBezTo>
                    <a:pt x="14" y="25"/>
                    <a:pt x="15" y="29"/>
                    <a:pt x="13" y="28"/>
                  </a:cubicBezTo>
                  <a:cubicBezTo>
                    <a:pt x="12" y="28"/>
                    <a:pt x="12" y="28"/>
                    <a:pt x="12" y="26"/>
                  </a:cubicBezTo>
                  <a:cubicBezTo>
                    <a:pt x="13" y="23"/>
                    <a:pt x="14" y="18"/>
                    <a:pt x="15" y="14"/>
                  </a:cubicBezTo>
                  <a:cubicBezTo>
                    <a:pt x="16" y="9"/>
                    <a:pt x="17" y="5"/>
                    <a:pt x="18" y="1"/>
                  </a:cubicBezTo>
                  <a:cubicBezTo>
                    <a:pt x="18" y="0"/>
                    <a:pt x="19" y="0"/>
                    <a:pt x="19" y="0"/>
                  </a:cubicBezTo>
                  <a:cubicBezTo>
                    <a:pt x="21" y="0"/>
                    <a:pt x="19" y="3"/>
                    <a:pt x="20" y="6"/>
                  </a:cubicBezTo>
                  <a:cubicBezTo>
                    <a:pt x="21" y="10"/>
                    <a:pt x="24" y="14"/>
                    <a:pt x="32" y="16"/>
                  </a:cubicBezTo>
                  <a:cubicBezTo>
                    <a:pt x="89" y="29"/>
                    <a:pt x="89" y="29"/>
                    <a:pt x="89" y="29"/>
                  </a:cubicBezTo>
                  <a:cubicBezTo>
                    <a:pt x="91" y="29"/>
                    <a:pt x="93" y="30"/>
                    <a:pt x="93" y="31"/>
                  </a:cubicBezTo>
                  <a:cubicBezTo>
                    <a:pt x="93" y="31"/>
                    <a:pt x="91" y="32"/>
                    <a:pt x="90" y="33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7" y="68"/>
                    <a:pt x="17" y="68"/>
                    <a:pt x="17" y="68"/>
                  </a:cubicBezTo>
                  <a:lnTo>
                    <a:pt x="62" y="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19" name="Freeform 19"/>
            <p:cNvSpPr/>
            <p:nvPr/>
          </p:nvSpPr>
          <p:spPr bwMode="auto">
            <a:xfrm>
              <a:off x="2026788" y="992122"/>
              <a:ext cx="607323" cy="604444"/>
            </a:xfrm>
            <a:custGeom>
              <a:avLst/>
              <a:gdLst>
                <a:gd name="T0" fmla="*/ 75 w 89"/>
                <a:gd name="T1" fmla="*/ 62 h 89"/>
                <a:gd name="T2" fmla="*/ 74 w 89"/>
                <a:gd name="T3" fmla="*/ 33 h 89"/>
                <a:gd name="T4" fmla="*/ 64 w 89"/>
                <a:gd name="T5" fmla="*/ 21 h 89"/>
                <a:gd name="T6" fmla="*/ 66 w 89"/>
                <a:gd name="T7" fmla="*/ 21 h 89"/>
                <a:gd name="T8" fmla="*/ 70 w 89"/>
                <a:gd name="T9" fmla="*/ 23 h 89"/>
                <a:gd name="T10" fmla="*/ 89 w 89"/>
                <a:gd name="T11" fmla="*/ 38 h 89"/>
                <a:gd name="T12" fmla="*/ 77 w 89"/>
                <a:gd name="T13" fmla="*/ 62 h 89"/>
                <a:gd name="T14" fmla="*/ 66 w 89"/>
                <a:gd name="T15" fmla="*/ 88 h 89"/>
                <a:gd name="T16" fmla="*/ 64 w 89"/>
                <a:gd name="T17" fmla="*/ 89 h 89"/>
                <a:gd name="T18" fmla="*/ 62 w 89"/>
                <a:gd name="T19" fmla="*/ 86 h 89"/>
                <a:gd name="T20" fmla="*/ 16 w 89"/>
                <a:gd name="T21" fmla="*/ 18 h 89"/>
                <a:gd name="T22" fmla="*/ 13 w 89"/>
                <a:gd name="T23" fmla="*/ 24 h 89"/>
                <a:gd name="T24" fmla="*/ 14 w 89"/>
                <a:gd name="T25" fmla="*/ 53 h 89"/>
                <a:gd name="T26" fmla="*/ 21 w 89"/>
                <a:gd name="T27" fmla="*/ 62 h 89"/>
                <a:gd name="T28" fmla="*/ 19 w 89"/>
                <a:gd name="T29" fmla="*/ 63 h 89"/>
                <a:gd name="T30" fmla="*/ 17 w 89"/>
                <a:gd name="T31" fmla="*/ 61 h 89"/>
                <a:gd name="T32" fmla="*/ 0 w 89"/>
                <a:gd name="T33" fmla="*/ 47 h 89"/>
                <a:gd name="T34" fmla="*/ 11 w 89"/>
                <a:gd name="T35" fmla="*/ 24 h 89"/>
                <a:gd name="T36" fmla="*/ 21 w 89"/>
                <a:gd name="T37" fmla="*/ 1 h 89"/>
                <a:gd name="T38" fmla="*/ 23 w 89"/>
                <a:gd name="T39" fmla="*/ 0 h 89"/>
                <a:gd name="T40" fmla="*/ 25 w 89"/>
                <a:gd name="T41" fmla="*/ 3 h 89"/>
                <a:gd name="T42" fmla="*/ 71 w 89"/>
                <a:gd name="T43" fmla="*/ 70 h 89"/>
                <a:gd name="T44" fmla="*/ 75 w 89"/>
                <a:gd name="T45" fmla="*/ 62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" h="89">
                  <a:moveTo>
                    <a:pt x="75" y="62"/>
                  </a:moveTo>
                  <a:cubicBezTo>
                    <a:pt x="80" y="50"/>
                    <a:pt x="78" y="40"/>
                    <a:pt x="74" y="33"/>
                  </a:cubicBezTo>
                  <a:cubicBezTo>
                    <a:pt x="70" y="25"/>
                    <a:pt x="64" y="23"/>
                    <a:pt x="64" y="21"/>
                  </a:cubicBezTo>
                  <a:cubicBezTo>
                    <a:pt x="65" y="21"/>
                    <a:pt x="65" y="20"/>
                    <a:pt x="66" y="21"/>
                  </a:cubicBezTo>
                  <a:cubicBezTo>
                    <a:pt x="67" y="21"/>
                    <a:pt x="68" y="22"/>
                    <a:pt x="70" y="23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5" y="46"/>
                    <a:pt x="81" y="54"/>
                    <a:pt x="77" y="62"/>
                  </a:cubicBezTo>
                  <a:cubicBezTo>
                    <a:pt x="73" y="71"/>
                    <a:pt x="70" y="79"/>
                    <a:pt x="66" y="88"/>
                  </a:cubicBezTo>
                  <a:cubicBezTo>
                    <a:pt x="65" y="89"/>
                    <a:pt x="65" y="89"/>
                    <a:pt x="64" y="89"/>
                  </a:cubicBezTo>
                  <a:cubicBezTo>
                    <a:pt x="64" y="88"/>
                    <a:pt x="63" y="88"/>
                    <a:pt x="62" y="86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8" y="36"/>
                    <a:pt x="9" y="45"/>
                    <a:pt x="14" y="53"/>
                  </a:cubicBezTo>
                  <a:cubicBezTo>
                    <a:pt x="20" y="61"/>
                    <a:pt x="21" y="61"/>
                    <a:pt x="21" y="62"/>
                  </a:cubicBezTo>
                  <a:cubicBezTo>
                    <a:pt x="20" y="63"/>
                    <a:pt x="20" y="63"/>
                    <a:pt x="19" y="63"/>
                  </a:cubicBezTo>
                  <a:cubicBezTo>
                    <a:pt x="19" y="63"/>
                    <a:pt x="18" y="62"/>
                    <a:pt x="17" y="6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3" y="39"/>
                    <a:pt x="7" y="32"/>
                    <a:pt x="11" y="24"/>
                  </a:cubicBezTo>
                  <a:cubicBezTo>
                    <a:pt x="14" y="17"/>
                    <a:pt x="17" y="9"/>
                    <a:pt x="21" y="1"/>
                  </a:cubicBezTo>
                  <a:cubicBezTo>
                    <a:pt x="22" y="0"/>
                    <a:pt x="22" y="0"/>
                    <a:pt x="23" y="0"/>
                  </a:cubicBezTo>
                  <a:cubicBezTo>
                    <a:pt x="23" y="0"/>
                    <a:pt x="24" y="2"/>
                    <a:pt x="25" y="3"/>
                  </a:cubicBezTo>
                  <a:cubicBezTo>
                    <a:pt x="71" y="70"/>
                    <a:pt x="71" y="70"/>
                    <a:pt x="71" y="70"/>
                  </a:cubicBezTo>
                  <a:lnTo>
                    <a:pt x="75" y="6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2259931" y="404947"/>
              <a:ext cx="756995" cy="762750"/>
            </a:xfrm>
            <a:custGeom>
              <a:avLst/>
              <a:gdLst>
                <a:gd name="T0" fmla="*/ 13 w 111"/>
                <a:gd name="T1" fmla="*/ 62 h 112"/>
                <a:gd name="T2" fmla="*/ 1 w 111"/>
                <a:gd name="T3" fmla="*/ 65 h 112"/>
                <a:gd name="T4" fmla="*/ 2 w 111"/>
                <a:gd name="T5" fmla="*/ 62 h 112"/>
                <a:gd name="T6" fmla="*/ 12 w 111"/>
                <a:gd name="T7" fmla="*/ 50 h 112"/>
                <a:gd name="T8" fmla="*/ 21 w 111"/>
                <a:gd name="T9" fmla="*/ 37 h 112"/>
                <a:gd name="T10" fmla="*/ 24 w 111"/>
                <a:gd name="T11" fmla="*/ 36 h 112"/>
                <a:gd name="T12" fmla="*/ 24 w 111"/>
                <a:gd name="T13" fmla="*/ 49 h 112"/>
                <a:gd name="T14" fmla="*/ 44 w 111"/>
                <a:gd name="T15" fmla="*/ 65 h 112"/>
                <a:gd name="T16" fmla="*/ 63 w 111"/>
                <a:gd name="T17" fmla="*/ 42 h 112"/>
                <a:gd name="T18" fmla="*/ 42 w 111"/>
                <a:gd name="T19" fmla="*/ 26 h 112"/>
                <a:gd name="T20" fmla="*/ 30 w 111"/>
                <a:gd name="T21" fmla="*/ 29 h 112"/>
                <a:gd name="T22" fmla="*/ 30 w 111"/>
                <a:gd name="T23" fmla="*/ 26 h 112"/>
                <a:gd name="T24" fmla="*/ 40 w 111"/>
                <a:gd name="T25" fmla="*/ 14 h 112"/>
                <a:gd name="T26" fmla="*/ 50 w 111"/>
                <a:gd name="T27" fmla="*/ 1 h 112"/>
                <a:gd name="T28" fmla="*/ 53 w 111"/>
                <a:gd name="T29" fmla="*/ 0 h 112"/>
                <a:gd name="T30" fmla="*/ 53 w 111"/>
                <a:gd name="T31" fmla="*/ 13 h 112"/>
                <a:gd name="T32" fmla="*/ 98 w 111"/>
                <a:gd name="T33" fmla="*/ 50 h 112"/>
                <a:gd name="T34" fmla="*/ 111 w 111"/>
                <a:gd name="T35" fmla="*/ 47 h 112"/>
                <a:gd name="T36" fmla="*/ 110 w 111"/>
                <a:gd name="T37" fmla="*/ 50 h 112"/>
                <a:gd name="T38" fmla="*/ 100 w 111"/>
                <a:gd name="T39" fmla="*/ 62 h 112"/>
                <a:gd name="T40" fmla="*/ 91 w 111"/>
                <a:gd name="T41" fmla="*/ 74 h 112"/>
                <a:gd name="T42" fmla="*/ 88 w 111"/>
                <a:gd name="T43" fmla="*/ 75 h 112"/>
                <a:gd name="T44" fmla="*/ 88 w 111"/>
                <a:gd name="T45" fmla="*/ 62 h 112"/>
                <a:gd name="T46" fmla="*/ 65 w 111"/>
                <a:gd name="T47" fmla="*/ 44 h 112"/>
                <a:gd name="T48" fmla="*/ 46 w 111"/>
                <a:gd name="T49" fmla="*/ 67 h 112"/>
                <a:gd name="T50" fmla="*/ 69 w 111"/>
                <a:gd name="T51" fmla="*/ 86 h 112"/>
                <a:gd name="T52" fmla="*/ 82 w 111"/>
                <a:gd name="T53" fmla="*/ 83 h 112"/>
                <a:gd name="T54" fmla="*/ 81 w 111"/>
                <a:gd name="T55" fmla="*/ 86 h 112"/>
                <a:gd name="T56" fmla="*/ 71 w 111"/>
                <a:gd name="T57" fmla="*/ 98 h 112"/>
                <a:gd name="T58" fmla="*/ 62 w 111"/>
                <a:gd name="T59" fmla="*/ 110 h 112"/>
                <a:gd name="T60" fmla="*/ 59 w 111"/>
                <a:gd name="T61" fmla="*/ 111 h 112"/>
                <a:gd name="T62" fmla="*/ 59 w 111"/>
                <a:gd name="T63" fmla="*/ 98 h 112"/>
                <a:gd name="T64" fmla="*/ 13 w 111"/>
                <a:gd name="T65" fmla="*/ 6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11" h="112">
                  <a:moveTo>
                    <a:pt x="13" y="62"/>
                  </a:moveTo>
                  <a:cubicBezTo>
                    <a:pt x="6" y="56"/>
                    <a:pt x="4" y="67"/>
                    <a:pt x="1" y="65"/>
                  </a:cubicBezTo>
                  <a:cubicBezTo>
                    <a:pt x="1" y="64"/>
                    <a:pt x="0" y="63"/>
                    <a:pt x="2" y="62"/>
                  </a:cubicBezTo>
                  <a:cubicBezTo>
                    <a:pt x="5" y="57"/>
                    <a:pt x="9" y="53"/>
                    <a:pt x="12" y="50"/>
                  </a:cubicBezTo>
                  <a:cubicBezTo>
                    <a:pt x="14" y="46"/>
                    <a:pt x="18" y="42"/>
                    <a:pt x="21" y="37"/>
                  </a:cubicBezTo>
                  <a:cubicBezTo>
                    <a:pt x="22" y="36"/>
                    <a:pt x="23" y="36"/>
                    <a:pt x="24" y="36"/>
                  </a:cubicBezTo>
                  <a:cubicBezTo>
                    <a:pt x="26" y="38"/>
                    <a:pt x="17" y="43"/>
                    <a:pt x="24" y="49"/>
                  </a:cubicBezTo>
                  <a:cubicBezTo>
                    <a:pt x="44" y="65"/>
                    <a:pt x="44" y="65"/>
                    <a:pt x="44" y="65"/>
                  </a:cubicBezTo>
                  <a:cubicBezTo>
                    <a:pt x="63" y="42"/>
                    <a:pt x="63" y="42"/>
                    <a:pt x="63" y="42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35" y="20"/>
                    <a:pt x="33" y="31"/>
                    <a:pt x="30" y="29"/>
                  </a:cubicBezTo>
                  <a:cubicBezTo>
                    <a:pt x="29" y="28"/>
                    <a:pt x="29" y="27"/>
                    <a:pt x="30" y="26"/>
                  </a:cubicBezTo>
                  <a:cubicBezTo>
                    <a:pt x="34" y="21"/>
                    <a:pt x="38" y="17"/>
                    <a:pt x="40" y="14"/>
                  </a:cubicBezTo>
                  <a:cubicBezTo>
                    <a:pt x="43" y="10"/>
                    <a:pt x="46" y="6"/>
                    <a:pt x="50" y="1"/>
                  </a:cubicBezTo>
                  <a:cubicBezTo>
                    <a:pt x="51" y="0"/>
                    <a:pt x="52" y="0"/>
                    <a:pt x="53" y="0"/>
                  </a:cubicBezTo>
                  <a:cubicBezTo>
                    <a:pt x="55" y="2"/>
                    <a:pt x="46" y="7"/>
                    <a:pt x="53" y="13"/>
                  </a:cubicBezTo>
                  <a:cubicBezTo>
                    <a:pt x="98" y="50"/>
                    <a:pt x="98" y="50"/>
                    <a:pt x="98" y="50"/>
                  </a:cubicBezTo>
                  <a:cubicBezTo>
                    <a:pt x="105" y="55"/>
                    <a:pt x="108" y="45"/>
                    <a:pt x="111" y="47"/>
                  </a:cubicBezTo>
                  <a:cubicBezTo>
                    <a:pt x="111" y="47"/>
                    <a:pt x="111" y="48"/>
                    <a:pt x="110" y="50"/>
                  </a:cubicBezTo>
                  <a:cubicBezTo>
                    <a:pt x="107" y="54"/>
                    <a:pt x="103" y="58"/>
                    <a:pt x="100" y="62"/>
                  </a:cubicBezTo>
                  <a:cubicBezTo>
                    <a:pt x="97" y="65"/>
                    <a:pt x="94" y="70"/>
                    <a:pt x="91" y="74"/>
                  </a:cubicBezTo>
                  <a:cubicBezTo>
                    <a:pt x="89" y="76"/>
                    <a:pt x="89" y="76"/>
                    <a:pt x="88" y="75"/>
                  </a:cubicBezTo>
                  <a:cubicBezTo>
                    <a:pt x="86" y="73"/>
                    <a:pt x="95" y="68"/>
                    <a:pt x="88" y="62"/>
                  </a:cubicBezTo>
                  <a:cubicBezTo>
                    <a:pt x="65" y="44"/>
                    <a:pt x="65" y="44"/>
                    <a:pt x="65" y="44"/>
                  </a:cubicBezTo>
                  <a:cubicBezTo>
                    <a:pt x="46" y="67"/>
                    <a:pt x="46" y="67"/>
                    <a:pt x="46" y="67"/>
                  </a:cubicBezTo>
                  <a:cubicBezTo>
                    <a:pt x="69" y="86"/>
                    <a:pt x="69" y="86"/>
                    <a:pt x="69" y="86"/>
                  </a:cubicBezTo>
                  <a:cubicBezTo>
                    <a:pt x="77" y="91"/>
                    <a:pt x="79" y="81"/>
                    <a:pt x="82" y="83"/>
                  </a:cubicBezTo>
                  <a:cubicBezTo>
                    <a:pt x="82" y="83"/>
                    <a:pt x="83" y="84"/>
                    <a:pt x="81" y="86"/>
                  </a:cubicBezTo>
                  <a:cubicBezTo>
                    <a:pt x="78" y="90"/>
                    <a:pt x="74" y="94"/>
                    <a:pt x="71" y="98"/>
                  </a:cubicBezTo>
                  <a:cubicBezTo>
                    <a:pt x="69" y="101"/>
                    <a:pt x="65" y="106"/>
                    <a:pt x="62" y="110"/>
                  </a:cubicBezTo>
                  <a:cubicBezTo>
                    <a:pt x="61" y="112"/>
                    <a:pt x="60" y="112"/>
                    <a:pt x="59" y="111"/>
                  </a:cubicBezTo>
                  <a:cubicBezTo>
                    <a:pt x="57" y="109"/>
                    <a:pt x="66" y="104"/>
                    <a:pt x="59" y="98"/>
                  </a:cubicBezTo>
                  <a:lnTo>
                    <a:pt x="13" y="6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1" name="Freeform 21"/>
            <p:cNvSpPr/>
            <p:nvPr/>
          </p:nvSpPr>
          <p:spPr bwMode="auto">
            <a:xfrm>
              <a:off x="2798173" y="1985"/>
              <a:ext cx="656253" cy="662010"/>
            </a:xfrm>
            <a:custGeom>
              <a:avLst/>
              <a:gdLst>
                <a:gd name="T0" fmla="*/ 13 w 96"/>
                <a:gd name="T1" fmla="*/ 36 h 97"/>
                <a:gd name="T2" fmla="*/ 0 w 96"/>
                <a:gd name="T3" fmla="*/ 36 h 97"/>
                <a:gd name="T4" fmla="*/ 1 w 96"/>
                <a:gd name="T5" fmla="*/ 33 h 97"/>
                <a:gd name="T6" fmla="*/ 14 w 96"/>
                <a:gd name="T7" fmla="*/ 24 h 97"/>
                <a:gd name="T8" fmla="*/ 47 w 96"/>
                <a:gd name="T9" fmla="*/ 0 h 97"/>
                <a:gd name="T10" fmla="*/ 64 w 96"/>
                <a:gd name="T11" fmla="*/ 14 h 97"/>
                <a:gd name="T12" fmla="*/ 66 w 96"/>
                <a:gd name="T13" fmla="*/ 16 h 97"/>
                <a:gd name="T14" fmla="*/ 66 w 96"/>
                <a:gd name="T15" fmla="*/ 18 h 97"/>
                <a:gd name="T16" fmla="*/ 56 w 96"/>
                <a:gd name="T17" fmla="*/ 13 h 97"/>
                <a:gd name="T18" fmla="*/ 27 w 96"/>
                <a:gd name="T19" fmla="*/ 18 h 97"/>
                <a:gd name="T20" fmla="*/ 22 w 96"/>
                <a:gd name="T21" fmla="*/ 21 h 97"/>
                <a:gd name="T22" fmla="*/ 41 w 96"/>
                <a:gd name="T23" fmla="*/ 48 h 97"/>
                <a:gd name="T24" fmla="*/ 43 w 96"/>
                <a:gd name="T25" fmla="*/ 46 h 97"/>
                <a:gd name="T26" fmla="*/ 47 w 96"/>
                <a:gd name="T27" fmla="*/ 26 h 97"/>
                <a:gd name="T28" fmla="*/ 46 w 96"/>
                <a:gd name="T29" fmla="*/ 23 h 97"/>
                <a:gd name="T30" fmla="*/ 48 w 96"/>
                <a:gd name="T31" fmla="*/ 24 h 97"/>
                <a:gd name="T32" fmla="*/ 68 w 96"/>
                <a:gd name="T33" fmla="*/ 52 h 97"/>
                <a:gd name="T34" fmla="*/ 68 w 96"/>
                <a:gd name="T35" fmla="*/ 54 h 97"/>
                <a:gd name="T36" fmla="*/ 66 w 96"/>
                <a:gd name="T37" fmla="*/ 53 h 97"/>
                <a:gd name="T38" fmla="*/ 45 w 96"/>
                <a:gd name="T39" fmla="*/ 48 h 97"/>
                <a:gd name="T40" fmla="*/ 43 w 96"/>
                <a:gd name="T41" fmla="*/ 50 h 97"/>
                <a:gd name="T42" fmla="*/ 59 w 96"/>
                <a:gd name="T43" fmla="*/ 73 h 97"/>
                <a:gd name="T44" fmla="*/ 72 w 96"/>
                <a:gd name="T45" fmla="*/ 74 h 97"/>
                <a:gd name="T46" fmla="*/ 83 w 96"/>
                <a:gd name="T47" fmla="*/ 37 h 97"/>
                <a:gd name="T48" fmla="*/ 82 w 96"/>
                <a:gd name="T49" fmla="*/ 33 h 97"/>
                <a:gd name="T50" fmla="*/ 84 w 96"/>
                <a:gd name="T51" fmla="*/ 34 h 97"/>
                <a:gd name="T52" fmla="*/ 85 w 96"/>
                <a:gd name="T53" fmla="*/ 37 h 97"/>
                <a:gd name="T54" fmla="*/ 96 w 96"/>
                <a:gd name="T55" fmla="*/ 60 h 97"/>
                <a:gd name="T56" fmla="*/ 59 w 96"/>
                <a:gd name="T57" fmla="*/ 86 h 97"/>
                <a:gd name="T58" fmla="*/ 46 w 96"/>
                <a:gd name="T59" fmla="*/ 96 h 97"/>
                <a:gd name="T60" fmla="*/ 43 w 96"/>
                <a:gd name="T61" fmla="*/ 96 h 97"/>
                <a:gd name="T62" fmla="*/ 47 w 96"/>
                <a:gd name="T63" fmla="*/ 84 h 97"/>
                <a:gd name="T64" fmla="*/ 13 w 96"/>
                <a:gd name="T65" fmla="*/ 36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6" h="97">
                  <a:moveTo>
                    <a:pt x="13" y="36"/>
                  </a:moveTo>
                  <a:cubicBezTo>
                    <a:pt x="7" y="29"/>
                    <a:pt x="2" y="38"/>
                    <a:pt x="0" y="36"/>
                  </a:cubicBezTo>
                  <a:cubicBezTo>
                    <a:pt x="0" y="35"/>
                    <a:pt x="0" y="34"/>
                    <a:pt x="1" y="33"/>
                  </a:cubicBezTo>
                  <a:cubicBezTo>
                    <a:pt x="6" y="30"/>
                    <a:pt x="10" y="27"/>
                    <a:pt x="14" y="24"/>
                  </a:cubicBezTo>
                  <a:cubicBezTo>
                    <a:pt x="25" y="16"/>
                    <a:pt x="36" y="8"/>
                    <a:pt x="47" y="0"/>
                  </a:cubicBezTo>
                  <a:cubicBezTo>
                    <a:pt x="64" y="14"/>
                    <a:pt x="64" y="14"/>
                    <a:pt x="64" y="14"/>
                  </a:cubicBezTo>
                  <a:cubicBezTo>
                    <a:pt x="66" y="16"/>
                    <a:pt x="66" y="16"/>
                    <a:pt x="66" y="16"/>
                  </a:cubicBezTo>
                  <a:cubicBezTo>
                    <a:pt x="67" y="17"/>
                    <a:pt x="67" y="17"/>
                    <a:pt x="66" y="18"/>
                  </a:cubicBezTo>
                  <a:cubicBezTo>
                    <a:pt x="65" y="18"/>
                    <a:pt x="64" y="17"/>
                    <a:pt x="56" y="13"/>
                  </a:cubicBezTo>
                  <a:cubicBezTo>
                    <a:pt x="47" y="9"/>
                    <a:pt x="38" y="10"/>
                    <a:pt x="27" y="18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41" y="48"/>
                    <a:pt x="41" y="48"/>
                    <a:pt x="41" y="48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50" y="42"/>
                    <a:pt x="51" y="33"/>
                    <a:pt x="47" y="26"/>
                  </a:cubicBezTo>
                  <a:cubicBezTo>
                    <a:pt x="46" y="25"/>
                    <a:pt x="46" y="24"/>
                    <a:pt x="46" y="23"/>
                  </a:cubicBezTo>
                  <a:cubicBezTo>
                    <a:pt x="47" y="23"/>
                    <a:pt x="48" y="23"/>
                    <a:pt x="48" y="24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9" y="53"/>
                    <a:pt x="69" y="54"/>
                    <a:pt x="68" y="54"/>
                  </a:cubicBezTo>
                  <a:cubicBezTo>
                    <a:pt x="68" y="55"/>
                    <a:pt x="67" y="54"/>
                    <a:pt x="66" y="53"/>
                  </a:cubicBezTo>
                  <a:cubicBezTo>
                    <a:pt x="59" y="45"/>
                    <a:pt x="52" y="44"/>
                    <a:pt x="45" y="48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59" y="73"/>
                    <a:pt x="59" y="73"/>
                    <a:pt x="59" y="73"/>
                  </a:cubicBezTo>
                  <a:cubicBezTo>
                    <a:pt x="62" y="77"/>
                    <a:pt x="66" y="78"/>
                    <a:pt x="72" y="74"/>
                  </a:cubicBezTo>
                  <a:cubicBezTo>
                    <a:pt x="86" y="64"/>
                    <a:pt x="86" y="48"/>
                    <a:pt x="83" y="37"/>
                  </a:cubicBezTo>
                  <a:cubicBezTo>
                    <a:pt x="82" y="35"/>
                    <a:pt x="81" y="34"/>
                    <a:pt x="82" y="33"/>
                  </a:cubicBezTo>
                  <a:cubicBezTo>
                    <a:pt x="83" y="33"/>
                    <a:pt x="83" y="33"/>
                    <a:pt x="84" y="34"/>
                  </a:cubicBezTo>
                  <a:cubicBezTo>
                    <a:pt x="84" y="34"/>
                    <a:pt x="85" y="36"/>
                    <a:pt x="85" y="37"/>
                  </a:cubicBezTo>
                  <a:cubicBezTo>
                    <a:pt x="96" y="60"/>
                    <a:pt x="96" y="60"/>
                    <a:pt x="96" y="60"/>
                  </a:cubicBezTo>
                  <a:cubicBezTo>
                    <a:pt x="84" y="69"/>
                    <a:pt x="71" y="77"/>
                    <a:pt x="59" y="86"/>
                  </a:cubicBezTo>
                  <a:cubicBezTo>
                    <a:pt x="55" y="89"/>
                    <a:pt x="51" y="92"/>
                    <a:pt x="46" y="96"/>
                  </a:cubicBezTo>
                  <a:cubicBezTo>
                    <a:pt x="45" y="97"/>
                    <a:pt x="44" y="97"/>
                    <a:pt x="43" y="96"/>
                  </a:cubicBezTo>
                  <a:cubicBezTo>
                    <a:pt x="41" y="93"/>
                    <a:pt x="52" y="91"/>
                    <a:pt x="47" y="84"/>
                  </a:cubicBezTo>
                  <a:lnTo>
                    <a:pt x="13" y="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3359443" y="-340535"/>
              <a:ext cx="633227" cy="690793"/>
            </a:xfrm>
            <a:custGeom>
              <a:avLst/>
              <a:gdLst>
                <a:gd name="T0" fmla="*/ 35 w 93"/>
                <a:gd name="T1" fmla="*/ 79 h 101"/>
                <a:gd name="T2" fmla="*/ 47 w 93"/>
                <a:gd name="T3" fmla="*/ 90 h 101"/>
                <a:gd name="T4" fmla="*/ 53 w 93"/>
                <a:gd name="T5" fmla="*/ 90 h 101"/>
                <a:gd name="T6" fmla="*/ 52 w 93"/>
                <a:gd name="T7" fmla="*/ 92 h 101"/>
                <a:gd name="T8" fmla="*/ 40 w 93"/>
                <a:gd name="T9" fmla="*/ 96 h 101"/>
                <a:gd name="T10" fmla="*/ 28 w 93"/>
                <a:gd name="T11" fmla="*/ 101 h 101"/>
                <a:gd name="T12" fmla="*/ 26 w 93"/>
                <a:gd name="T13" fmla="*/ 100 h 101"/>
                <a:gd name="T14" fmla="*/ 31 w 93"/>
                <a:gd name="T15" fmla="*/ 96 h 101"/>
                <a:gd name="T16" fmla="*/ 33 w 93"/>
                <a:gd name="T17" fmla="*/ 80 h 101"/>
                <a:gd name="T18" fmla="*/ 15 w 93"/>
                <a:gd name="T19" fmla="*/ 34 h 101"/>
                <a:gd name="T20" fmla="*/ 3 w 93"/>
                <a:gd name="T21" fmla="*/ 31 h 101"/>
                <a:gd name="T22" fmla="*/ 0 w 93"/>
                <a:gd name="T23" fmla="*/ 30 h 101"/>
                <a:gd name="T24" fmla="*/ 1 w 93"/>
                <a:gd name="T25" fmla="*/ 29 h 101"/>
                <a:gd name="T26" fmla="*/ 12 w 93"/>
                <a:gd name="T27" fmla="*/ 25 h 101"/>
                <a:gd name="T28" fmla="*/ 24 w 93"/>
                <a:gd name="T29" fmla="*/ 20 h 101"/>
                <a:gd name="T30" fmla="*/ 80 w 93"/>
                <a:gd name="T31" fmla="*/ 53 h 101"/>
                <a:gd name="T32" fmla="*/ 80 w 93"/>
                <a:gd name="T33" fmla="*/ 53 h 101"/>
                <a:gd name="T34" fmla="*/ 68 w 93"/>
                <a:gd name="T35" fmla="*/ 22 h 101"/>
                <a:gd name="T36" fmla="*/ 57 w 93"/>
                <a:gd name="T37" fmla="*/ 11 h 101"/>
                <a:gd name="T38" fmla="*/ 50 w 93"/>
                <a:gd name="T39" fmla="*/ 11 h 101"/>
                <a:gd name="T40" fmla="*/ 51 w 93"/>
                <a:gd name="T41" fmla="*/ 10 h 101"/>
                <a:gd name="T42" fmla="*/ 64 w 93"/>
                <a:gd name="T43" fmla="*/ 5 h 101"/>
                <a:gd name="T44" fmla="*/ 76 w 93"/>
                <a:gd name="T45" fmla="*/ 0 h 101"/>
                <a:gd name="T46" fmla="*/ 77 w 93"/>
                <a:gd name="T47" fmla="*/ 1 h 101"/>
                <a:gd name="T48" fmla="*/ 72 w 93"/>
                <a:gd name="T49" fmla="*/ 5 h 101"/>
                <a:gd name="T50" fmla="*/ 71 w 93"/>
                <a:gd name="T51" fmla="*/ 21 h 101"/>
                <a:gd name="T52" fmla="*/ 92 w 93"/>
                <a:gd name="T53" fmla="*/ 76 h 101"/>
                <a:gd name="T54" fmla="*/ 92 w 93"/>
                <a:gd name="T55" fmla="*/ 79 h 101"/>
                <a:gd name="T56" fmla="*/ 88 w 93"/>
                <a:gd name="T57" fmla="*/ 78 h 101"/>
                <a:gd name="T58" fmla="*/ 19 w 93"/>
                <a:gd name="T59" fmla="*/ 36 h 101"/>
                <a:gd name="T60" fmla="*/ 19 w 93"/>
                <a:gd name="T61" fmla="*/ 36 h 101"/>
                <a:gd name="T62" fmla="*/ 35 w 93"/>
                <a:gd name="T63" fmla="*/ 79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01">
                  <a:moveTo>
                    <a:pt x="35" y="79"/>
                  </a:moveTo>
                  <a:cubicBezTo>
                    <a:pt x="39" y="88"/>
                    <a:pt x="43" y="90"/>
                    <a:pt x="47" y="90"/>
                  </a:cubicBezTo>
                  <a:cubicBezTo>
                    <a:pt x="50" y="90"/>
                    <a:pt x="53" y="88"/>
                    <a:pt x="53" y="90"/>
                  </a:cubicBezTo>
                  <a:cubicBezTo>
                    <a:pt x="54" y="91"/>
                    <a:pt x="54" y="91"/>
                    <a:pt x="52" y="92"/>
                  </a:cubicBezTo>
                  <a:cubicBezTo>
                    <a:pt x="49" y="93"/>
                    <a:pt x="45" y="94"/>
                    <a:pt x="40" y="96"/>
                  </a:cubicBezTo>
                  <a:cubicBezTo>
                    <a:pt x="36" y="98"/>
                    <a:pt x="32" y="99"/>
                    <a:pt x="28" y="101"/>
                  </a:cubicBezTo>
                  <a:cubicBezTo>
                    <a:pt x="27" y="101"/>
                    <a:pt x="27" y="101"/>
                    <a:pt x="26" y="100"/>
                  </a:cubicBezTo>
                  <a:cubicBezTo>
                    <a:pt x="26" y="98"/>
                    <a:pt x="29" y="98"/>
                    <a:pt x="31" y="96"/>
                  </a:cubicBezTo>
                  <a:cubicBezTo>
                    <a:pt x="34" y="93"/>
                    <a:pt x="36" y="89"/>
                    <a:pt x="33" y="80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0" y="30"/>
                    <a:pt x="6" y="30"/>
                    <a:pt x="3" y="31"/>
                  </a:cubicBezTo>
                  <a:cubicBezTo>
                    <a:pt x="1" y="31"/>
                    <a:pt x="0" y="31"/>
                    <a:pt x="0" y="30"/>
                  </a:cubicBezTo>
                  <a:cubicBezTo>
                    <a:pt x="0" y="29"/>
                    <a:pt x="0" y="29"/>
                    <a:pt x="1" y="29"/>
                  </a:cubicBezTo>
                  <a:cubicBezTo>
                    <a:pt x="4" y="27"/>
                    <a:pt x="8" y="26"/>
                    <a:pt x="12" y="25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65" y="14"/>
                    <a:pt x="61" y="11"/>
                    <a:pt x="57" y="11"/>
                  </a:cubicBezTo>
                  <a:cubicBezTo>
                    <a:pt x="53" y="11"/>
                    <a:pt x="51" y="13"/>
                    <a:pt x="50" y="11"/>
                  </a:cubicBezTo>
                  <a:cubicBezTo>
                    <a:pt x="50" y="11"/>
                    <a:pt x="50" y="10"/>
                    <a:pt x="51" y="10"/>
                  </a:cubicBezTo>
                  <a:cubicBezTo>
                    <a:pt x="55" y="8"/>
                    <a:pt x="59" y="7"/>
                    <a:pt x="64" y="5"/>
                  </a:cubicBezTo>
                  <a:cubicBezTo>
                    <a:pt x="68" y="4"/>
                    <a:pt x="72" y="2"/>
                    <a:pt x="76" y="0"/>
                  </a:cubicBezTo>
                  <a:cubicBezTo>
                    <a:pt x="77" y="0"/>
                    <a:pt x="77" y="0"/>
                    <a:pt x="77" y="1"/>
                  </a:cubicBezTo>
                  <a:cubicBezTo>
                    <a:pt x="78" y="3"/>
                    <a:pt x="75" y="3"/>
                    <a:pt x="72" y="5"/>
                  </a:cubicBezTo>
                  <a:cubicBezTo>
                    <a:pt x="70" y="8"/>
                    <a:pt x="68" y="13"/>
                    <a:pt x="71" y="21"/>
                  </a:cubicBezTo>
                  <a:cubicBezTo>
                    <a:pt x="92" y="76"/>
                    <a:pt x="92" y="76"/>
                    <a:pt x="92" y="76"/>
                  </a:cubicBezTo>
                  <a:cubicBezTo>
                    <a:pt x="92" y="78"/>
                    <a:pt x="93" y="79"/>
                    <a:pt x="92" y="79"/>
                  </a:cubicBezTo>
                  <a:cubicBezTo>
                    <a:pt x="91" y="80"/>
                    <a:pt x="90" y="79"/>
                    <a:pt x="88" y="78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lnTo>
                    <a:pt x="35" y="7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3146449" y="4414425"/>
              <a:ext cx="143915" cy="14391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5895229" y="4414425"/>
              <a:ext cx="143915" cy="14391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3549412" y="4454721"/>
              <a:ext cx="374180" cy="567025"/>
            </a:xfrm>
            <a:custGeom>
              <a:avLst/>
              <a:gdLst>
                <a:gd name="T0" fmla="*/ 34 w 55"/>
                <a:gd name="T1" fmla="*/ 67 h 83"/>
                <a:gd name="T2" fmla="*/ 41 w 55"/>
                <a:gd name="T3" fmla="*/ 77 h 83"/>
                <a:gd name="T4" fmla="*/ 47 w 55"/>
                <a:gd name="T5" fmla="*/ 82 h 83"/>
                <a:gd name="T6" fmla="*/ 45 w 55"/>
                <a:gd name="T7" fmla="*/ 82 h 83"/>
                <a:gd name="T8" fmla="*/ 23 w 55"/>
                <a:gd name="T9" fmla="*/ 75 h 83"/>
                <a:gd name="T10" fmla="*/ 1 w 55"/>
                <a:gd name="T11" fmla="*/ 68 h 83"/>
                <a:gd name="T12" fmla="*/ 0 w 55"/>
                <a:gd name="T13" fmla="*/ 66 h 83"/>
                <a:gd name="T14" fmla="*/ 8 w 55"/>
                <a:gd name="T15" fmla="*/ 67 h 83"/>
                <a:gd name="T16" fmla="*/ 19 w 55"/>
                <a:gd name="T17" fmla="*/ 62 h 83"/>
                <a:gd name="T18" fmla="*/ 36 w 55"/>
                <a:gd name="T19" fmla="*/ 12 h 83"/>
                <a:gd name="T20" fmla="*/ 34 w 55"/>
                <a:gd name="T21" fmla="*/ 8 h 83"/>
                <a:gd name="T22" fmla="*/ 20 w 55"/>
                <a:gd name="T23" fmla="*/ 4 h 83"/>
                <a:gd name="T24" fmla="*/ 18 w 55"/>
                <a:gd name="T25" fmla="*/ 2 h 83"/>
                <a:gd name="T26" fmla="*/ 30 w 55"/>
                <a:gd name="T27" fmla="*/ 4 h 83"/>
                <a:gd name="T28" fmla="*/ 54 w 55"/>
                <a:gd name="T29" fmla="*/ 3 h 83"/>
                <a:gd name="T30" fmla="*/ 55 w 55"/>
                <a:gd name="T31" fmla="*/ 6 h 83"/>
                <a:gd name="T32" fmla="*/ 34 w 55"/>
                <a:gd name="T33" fmla="*/ 67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5" h="83">
                  <a:moveTo>
                    <a:pt x="34" y="67"/>
                  </a:moveTo>
                  <a:cubicBezTo>
                    <a:pt x="33" y="72"/>
                    <a:pt x="35" y="75"/>
                    <a:pt x="41" y="77"/>
                  </a:cubicBezTo>
                  <a:cubicBezTo>
                    <a:pt x="46" y="80"/>
                    <a:pt x="48" y="80"/>
                    <a:pt x="47" y="82"/>
                  </a:cubicBezTo>
                  <a:cubicBezTo>
                    <a:pt x="47" y="82"/>
                    <a:pt x="46" y="83"/>
                    <a:pt x="45" y="82"/>
                  </a:cubicBezTo>
                  <a:cubicBezTo>
                    <a:pt x="38" y="80"/>
                    <a:pt x="30" y="77"/>
                    <a:pt x="23" y="75"/>
                  </a:cubicBezTo>
                  <a:cubicBezTo>
                    <a:pt x="16" y="73"/>
                    <a:pt x="9" y="70"/>
                    <a:pt x="1" y="68"/>
                  </a:cubicBezTo>
                  <a:cubicBezTo>
                    <a:pt x="0" y="68"/>
                    <a:pt x="0" y="67"/>
                    <a:pt x="0" y="66"/>
                  </a:cubicBezTo>
                  <a:cubicBezTo>
                    <a:pt x="1" y="65"/>
                    <a:pt x="2" y="65"/>
                    <a:pt x="8" y="67"/>
                  </a:cubicBezTo>
                  <a:cubicBezTo>
                    <a:pt x="14" y="68"/>
                    <a:pt x="17" y="67"/>
                    <a:pt x="19" y="6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7" y="10"/>
                    <a:pt x="36" y="9"/>
                    <a:pt x="34" y="8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19" y="3"/>
                    <a:pt x="18" y="3"/>
                    <a:pt x="18" y="2"/>
                  </a:cubicBezTo>
                  <a:cubicBezTo>
                    <a:pt x="19" y="0"/>
                    <a:pt x="21" y="2"/>
                    <a:pt x="30" y="4"/>
                  </a:cubicBezTo>
                  <a:cubicBezTo>
                    <a:pt x="45" y="7"/>
                    <a:pt x="52" y="3"/>
                    <a:pt x="54" y="3"/>
                  </a:cubicBezTo>
                  <a:cubicBezTo>
                    <a:pt x="55" y="4"/>
                    <a:pt x="55" y="4"/>
                    <a:pt x="55" y="6"/>
                  </a:cubicBezTo>
                  <a:lnTo>
                    <a:pt x="34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6" name="Freeform 26"/>
            <p:cNvSpPr>
              <a:spLocks noEditPoints="1"/>
            </p:cNvSpPr>
            <p:nvPr/>
          </p:nvSpPr>
          <p:spPr bwMode="auto">
            <a:xfrm>
              <a:off x="4102046" y="4543949"/>
              <a:ext cx="408719" cy="538242"/>
            </a:xfrm>
            <a:custGeom>
              <a:avLst/>
              <a:gdLst>
                <a:gd name="T0" fmla="*/ 32 w 60"/>
                <a:gd name="T1" fmla="*/ 2 h 79"/>
                <a:gd name="T2" fmla="*/ 58 w 60"/>
                <a:gd name="T3" fmla="*/ 39 h 79"/>
                <a:gd name="T4" fmla="*/ 8 w 60"/>
                <a:gd name="T5" fmla="*/ 79 h 79"/>
                <a:gd name="T6" fmla="*/ 7 w 60"/>
                <a:gd name="T7" fmla="*/ 78 h 79"/>
                <a:gd name="T8" fmla="*/ 40 w 60"/>
                <a:gd name="T9" fmla="*/ 46 h 79"/>
                <a:gd name="T10" fmla="*/ 25 w 60"/>
                <a:gd name="T11" fmla="*/ 49 h 79"/>
                <a:gd name="T12" fmla="*/ 1 w 60"/>
                <a:gd name="T13" fmla="*/ 23 h 79"/>
                <a:gd name="T14" fmla="*/ 32 w 60"/>
                <a:gd name="T15" fmla="*/ 2 h 79"/>
                <a:gd name="T16" fmla="*/ 28 w 60"/>
                <a:gd name="T17" fmla="*/ 47 h 79"/>
                <a:gd name="T18" fmla="*/ 41 w 60"/>
                <a:gd name="T19" fmla="*/ 42 h 79"/>
                <a:gd name="T20" fmla="*/ 44 w 60"/>
                <a:gd name="T21" fmla="*/ 32 h 79"/>
                <a:gd name="T22" fmla="*/ 32 w 60"/>
                <a:gd name="T23" fmla="*/ 4 h 79"/>
                <a:gd name="T24" fmla="*/ 16 w 60"/>
                <a:gd name="T25" fmla="*/ 24 h 79"/>
                <a:gd name="T26" fmla="*/ 28 w 60"/>
                <a:gd name="T27" fmla="*/ 4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9">
                  <a:moveTo>
                    <a:pt x="32" y="2"/>
                  </a:moveTo>
                  <a:cubicBezTo>
                    <a:pt x="51" y="4"/>
                    <a:pt x="60" y="20"/>
                    <a:pt x="58" y="39"/>
                  </a:cubicBezTo>
                  <a:cubicBezTo>
                    <a:pt x="55" y="71"/>
                    <a:pt x="13" y="79"/>
                    <a:pt x="8" y="79"/>
                  </a:cubicBezTo>
                  <a:cubicBezTo>
                    <a:pt x="7" y="79"/>
                    <a:pt x="7" y="78"/>
                    <a:pt x="7" y="78"/>
                  </a:cubicBezTo>
                  <a:cubicBezTo>
                    <a:pt x="7" y="76"/>
                    <a:pt x="31" y="73"/>
                    <a:pt x="40" y="46"/>
                  </a:cubicBezTo>
                  <a:cubicBezTo>
                    <a:pt x="36" y="48"/>
                    <a:pt x="31" y="50"/>
                    <a:pt x="25" y="49"/>
                  </a:cubicBezTo>
                  <a:cubicBezTo>
                    <a:pt x="6" y="47"/>
                    <a:pt x="0" y="34"/>
                    <a:pt x="1" y="23"/>
                  </a:cubicBezTo>
                  <a:cubicBezTo>
                    <a:pt x="2" y="10"/>
                    <a:pt x="13" y="0"/>
                    <a:pt x="32" y="2"/>
                  </a:cubicBezTo>
                  <a:close/>
                  <a:moveTo>
                    <a:pt x="28" y="47"/>
                  </a:moveTo>
                  <a:cubicBezTo>
                    <a:pt x="33" y="47"/>
                    <a:pt x="40" y="44"/>
                    <a:pt x="41" y="42"/>
                  </a:cubicBezTo>
                  <a:cubicBezTo>
                    <a:pt x="42" y="41"/>
                    <a:pt x="43" y="36"/>
                    <a:pt x="44" y="32"/>
                  </a:cubicBezTo>
                  <a:cubicBezTo>
                    <a:pt x="46" y="12"/>
                    <a:pt x="40" y="5"/>
                    <a:pt x="32" y="4"/>
                  </a:cubicBezTo>
                  <a:cubicBezTo>
                    <a:pt x="25" y="4"/>
                    <a:pt x="18" y="7"/>
                    <a:pt x="16" y="24"/>
                  </a:cubicBezTo>
                  <a:cubicBezTo>
                    <a:pt x="15" y="39"/>
                    <a:pt x="21" y="46"/>
                    <a:pt x="28" y="4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7" name="Freeform 27"/>
            <p:cNvSpPr>
              <a:spLocks noEditPoints="1"/>
            </p:cNvSpPr>
            <p:nvPr/>
          </p:nvSpPr>
          <p:spPr bwMode="auto">
            <a:xfrm>
              <a:off x="4648924" y="4558340"/>
              <a:ext cx="408719" cy="552634"/>
            </a:xfrm>
            <a:custGeom>
              <a:avLst/>
              <a:gdLst>
                <a:gd name="T0" fmla="*/ 12 w 60"/>
                <a:gd name="T1" fmla="*/ 41 h 81"/>
                <a:gd name="T2" fmla="*/ 1 w 60"/>
                <a:gd name="T3" fmla="*/ 25 h 81"/>
                <a:gd name="T4" fmla="*/ 27 w 60"/>
                <a:gd name="T5" fmla="*/ 1 h 81"/>
                <a:gd name="T6" fmla="*/ 51 w 60"/>
                <a:gd name="T7" fmla="*/ 17 h 81"/>
                <a:gd name="T8" fmla="*/ 43 w 60"/>
                <a:gd name="T9" fmla="*/ 34 h 81"/>
                <a:gd name="T10" fmla="*/ 58 w 60"/>
                <a:gd name="T11" fmla="*/ 54 h 81"/>
                <a:gd name="T12" fmla="*/ 29 w 60"/>
                <a:gd name="T13" fmla="*/ 80 h 81"/>
                <a:gd name="T14" fmla="*/ 1 w 60"/>
                <a:gd name="T15" fmla="*/ 61 h 81"/>
                <a:gd name="T16" fmla="*/ 12 w 60"/>
                <a:gd name="T17" fmla="*/ 41 h 81"/>
                <a:gd name="T18" fmla="*/ 29 w 60"/>
                <a:gd name="T19" fmla="*/ 78 h 81"/>
                <a:gd name="T20" fmla="*/ 45 w 60"/>
                <a:gd name="T21" fmla="*/ 60 h 81"/>
                <a:gd name="T22" fmla="*/ 29 w 60"/>
                <a:gd name="T23" fmla="*/ 46 h 81"/>
                <a:gd name="T24" fmla="*/ 15 w 60"/>
                <a:gd name="T25" fmla="*/ 42 h 81"/>
                <a:gd name="T26" fmla="*/ 8 w 60"/>
                <a:gd name="T27" fmla="*/ 58 h 81"/>
                <a:gd name="T28" fmla="*/ 29 w 60"/>
                <a:gd name="T29" fmla="*/ 78 h 81"/>
                <a:gd name="T30" fmla="*/ 27 w 60"/>
                <a:gd name="T31" fmla="*/ 3 h 81"/>
                <a:gd name="T32" fmla="*/ 15 w 60"/>
                <a:gd name="T33" fmla="*/ 17 h 81"/>
                <a:gd name="T34" fmla="*/ 41 w 60"/>
                <a:gd name="T35" fmla="*/ 33 h 81"/>
                <a:gd name="T36" fmla="*/ 45 w 60"/>
                <a:gd name="T37" fmla="*/ 19 h 81"/>
                <a:gd name="T38" fmla="*/ 27 w 60"/>
                <a:gd name="T39" fmla="*/ 3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" h="81">
                  <a:moveTo>
                    <a:pt x="12" y="41"/>
                  </a:moveTo>
                  <a:cubicBezTo>
                    <a:pt x="5" y="37"/>
                    <a:pt x="2" y="31"/>
                    <a:pt x="1" y="25"/>
                  </a:cubicBezTo>
                  <a:cubicBezTo>
                    <a:pt x="0" y="13"/>
                    <a:pt x="11" y="2"/>
                    <a:pt x="27" y="1"/>
                  </a:cubicBezTo>
                  <a:cubicBezTo>
                    <a:pt x="40" y="0"/>
                    <a:pt x="50" y="7"/>
                    <a:pt x="51" y="17"/>
                  </a:cubicBezTo>
                  <a:cubicBezTo>
                    <a:pt x="51" y="23"/>
                    <a:pt x="48" y="30"/>
                    <a:pt x="43" y="34"/>
                  </a:cubicBezTo>
                  <a:cubicBezTo>
                    <a:pt x="52" y="36"/>
                    <a:pt x="58" y="44"/>
                    <a:pt x="58" y="54"/>
                  </a:cubicBezTo>
                  <a:cubicBezTo>
                    <a:pt x="60" y="67"/>
                    <a:pt x="48" y="78"/>
                    <a:pt x="29" y="80"/>
                  </a:cubicBezTo>
                  <a:cubicBezTo>
                    <a:pt x="13" y="81"/>
                    <a:pt x="2" y="72"/>
                    <a:pt x="1" y="61"/>
                  </a:cubicBezTo>
                  <a:cubicBezTo>
                    <a:pt x="0" y="54"/>
                    <a:pt x="4" y="46"/>
                    <a:pt x="12" y="41"/>
                  </a:cubicBezTo>
                  <a:close/>
                  <a:moveTo>
                    <a:pt x="29" y="78"/>
                  </a:moveTo>
                  <a:cubicBezTo>
                    <a:pt x="40" y="77"/>
                    <a:pt x="46" y="69"/>
                    <a:pt x="45" y="60"/>
                  </a:cubicBezTo>
                  <a:cubicBezTo>
                    <a:pt x="44" y="54"/>
                    <a:pt x="41" y="50"/>
                    <a:pt x="29" y="46"/>
                  </a:cubicBezTo>
                  <a:cubicBezTo>
                    <a:pt x="17" y="43"/>
                    <a:pt x="16" y="42"/>
                    <a:pt x="15" y="42"/>
                  </a:cubicBezTo>
                  <a:cubicBezTo>
                    <a:pt x="13" y="42"/>
                    <a:pt x="7" y="49"/>
                    <a:pt x="8" y="58"/>
                  </a:cubicBezTo>
                  <a:cubicBezTo>
                    <a:pt x="9" y="71"/>
                    <a:pt x="17" y="79"/>
                    <a:pt x="29" y="78"/>
                  </a:cubicBezTo>
                  <a:close/>
                  <a:moveTo>
                    <a:pt x="27" y="3"/>
                  </a:moveTo>
                  <a:cubicBezTo>
                    <a:pt x="19" y="4"/>
                    <a:pt x="14" y="9"/>
                    <a:pt x="15" y="17"/>
                  </a:cubicBezTo>
                  <a:cubicBezTo>
                    <a:pt x="16" y="29"/>
                    <a:pt x="33" y="31"/>
                    <a:pt x="41" y="33"/>
                  </a:cubicBezTo>
                  <a:cubicBezTo>
                    <a:pt x="44" y="30"/>
                    <a:pt x="45" y="27"/>
                    <a:pt x="45" y="19"/>
                  </a:cubicBezTo>
                  <a:cubicBezTo>
                    <a:pt x="44" y="8"/>
                    <a:pt x="37" y="2"/>
                    <a:pt x="27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8" name="Freeform 28"/>
            <p:cNvSpPr/>
            <p:nvPr/>
          </p:nvSpPr>
          <p:spPr bwMode="auto">
            <a:xfrm>
              <a:off x="5152627" y="4454721"/>
              <a:ext cx="443259" cy="575661"/>
            </a:xfrm>
            <a:custGeom>
              <a:avLst/>
              <a:gdLst>
                <a:gd name="T0" fmla="*/ 43 w 65"/>
                <a:gd name="T1" fmla="*/ 28 h 84"/>
                <a:gd name="T2" fmla="*/ 61 w 65"/>
                <a:gd name="T3" fmla="*/ 44 h 84"/>
                <a:gd name="T4" fmla="*/ 39 w 65"/>
                <a:gd name="T5" fmla="*/ 79 h 84"/>
                <a:gd name="T6" fmla="*/ 9 w 65"/>
                <a:gd name="T7" fmla="*/ 72 h 84"/>
                <a:gd name="T8" fmla="*/ 14 w 65"/>
                <a:gd name="T9" fmla="*/ 62 h 84"/>
                <a:gd name="T10" fmla="*/ 25 w 65"/>
                <a:gd name="T11" fmla="*/ 70 h 84"/>
                <a:gd name="T12" fmla="*/ 38 w 65"/>
                <a:gd name="T13" fmla="*/ 77 h 84"/>
                <a:gd name="T14" fmla="*/ 48 w 65"/>
                <a:gd name="T15" fmla="*/ 55 h 84"/>
                <a:gd name="T16" fmla="*/ 31 w 65"/>
                <a:gd name="T17" fmla="*/ 41 h 84"/>
                <a:gd name="T18" fmla="*/ 21 w 65"/>
                <a:gd name="T19" fmla="*/ 42 h 84"/>
                <a:gd name="T20" fmla="*/ 30 w 65"/>
                <a:gd name="T21" fmla="*/ 36 h 84"/>
                <a:gd name="T22" fmla="*/ 32 w 65"/>
                <a:gd name="T23" fmla="*/ 21 h 84"/>
                <a:gd name="T24" fmla="*/ 14 w 65"/>
                <a:gd name="T25" fmla="*/ 13 h 84"/>
                <a:gd name="T26" fmla="*/ 2 w 65"/>
                <a:gd name="T27" fmla="*/ 26 h 84"/>
                <a:gd name="T28" fmla="*/ 1 w 65"/>
                <a:gd name="T29" fmla="*/ 26 h 84"/>
                <a:gd name="T30" fmla="*/ 18 w 65"/>
                <a:gd name="T31" fmla="*/ 3 h 84"/>
                <a:gd name="T32" fmla="*/ 45 w 65"/>
                <a:gd name="T33" fmla="*/ 14 h 84"/>
                <a:gd name="T34" fmla="*/ 43 w 65"/>
                <a:gd name="T35" fmla="*/ 28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5" h="84">
                  <a:moveTo>
                    <a:pt x="43" y="28"/>
                  </a:moveTo>
                  <a:cubicBezTo>
                    <a:pt x="51" y="31"/>
                    <a:pt x="58" y="35"/>
                    <a:pt x="61" y="44"/>
                  </a:cubicBezTo>
                  <a:cubicBezTo>
                    <a:pt x="65" y="58"/>
                    <a:pt x="55" y="74"/>
                    <a:pt x="39" y="79"/>
                  </a:cubicBezTo>
                  <a:cubicBezTo>
                    <a:pt x="24" y="84"/>
                    <a:pt x="11" y="80"/>
                    <a:pt x="9" y="72"/>
                  </a:cubicBezTo>
                  <a:cubicBezTo>
                    <a:pt x="8" y="68"/>
                    <a:pt x="10" y="63"/>
                    <a:pt x="14" y="62"/>
                  </a:cubicBezTo>
                  <a:cubicBezTo>
                    <a:pt x="20" y="60"/>
                    <a:pt x="23" y="62"/>
                    <a:pt x="25" y="70"/>
                  </a:cubicBezTo>
                  <a:cubicBezTo>
                    <a:pt x="28" y="77"/>
                    <a:pt x="33" y="79"/>
                    <a:pt x="38" y="77"/>
                  </a:cubicBezTo>
                  <a:cubicBezTo>
                    <a:pt x="47" y="74"/>
                    <a:pt x="51" y="66"/>
                    <a:pt x="48" y="55"/>
                  </a:cubicBezTo>
                  <a:cubicBezTo>
                    <a:pt x="45" y="46"/>
                    <a:pt x="38" y="41"/>
                    <a:pt x="31" y="41"/>
                  </a:cubicBezTo>
                  <a:cubicBezTo>
                    <a:pt x="26" y="41"/>
                    <a:pt x="22" y="43"/>
                    <a:pt x="21" y="42"/>
                  </a:cubicBezTo>
                  <a:cubicBezTo>
                    <a:pt x="21" y="39"/>
                    <a:pt x="26" y="40"/>
                    <a:pt x="30" y="36"/>
                  </a:cubicBezTo>
                  <a:cubicBezTo>
                    <a:pt x="33" y="33"/>
                    <a:pt x="34" y="27"/>
                    <a:pt x="32" y="21"/>
                  </a:cubicBezTo>
                  <a:cubicBezTo>
                    <a:pt x="29" y="13"/>
                    <a:pt x="23" y="10"/>
                    <a:pt x="14" y="13"/>
                  </a:cubicBezTo>
                  <a:cubicBezTo>
                    <a:pt x="2" y="17"/>
                    <a:pt x="4" y="26"/>
                    <a:pt x="2" y="26"/>
                  </a:cubicBezTo>
                  <a:cubicBezTo>
                    <a:pt x="1" y="27"/>
                    <a:pt x="1" y="26"/>
                    <a:pt x="1" y="26"/>
                  </a:cubicBezTo>
                  <a:cubicBezTo>
                    <a:pt x="0" y="23"/>
                    <a:pt x="3" y="8"/>
                    <a:pt x="18" y="3"/>
                  </a:cubicBezTo>
                  <a:cubicBezTo>
                    <a:pt x="29" y="0"/>
                    <a:pt x="41" y="3"/>
                    <a:pt x="45" y="14"/>
                  </a:cubicBezTo>
                  <a:cubicBezTo>
                    <a:pt x="46" y="19"/>
                    <a:pt x="45" y="23"/>
                    <a:pt x="43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29" name="Freeform 29"/>
            <p:cNvSpPr>
              <a:spLocks noEditPoints="1"/>
            </p:cNvSpPr>
            <p:nvPr/>
          </p:nvSpPr>
          <p:spPr bwMode="auto">
            <a:xfrm>
              <a:off x="1502936" y="-740618"/>
              <a:ext cx="6188355" cy="6185476"/>
            </a:xfrm>
            <a:custGeom>
              <a:avLst/>
              <a:gdLst>
                <a:gd name="T0" fmla="*/ 454 w 907"/>
                <a:gd name="T1" fmla="*/ 907 h 907"/>
                <a:gd name="T2" fmla="*/ 277 w 907"/>
                <a:gd name="T3" fmla="*/ 871 h 907"/>
                <a:gd name="T4" fmla="*/ 133 w 907"/>
                <a:gd name="T5" fmla="*/ 774 h 907"/>
                <a:gd name="T6" fmla="*/ 36 w 907"/>
                <a:gd name="T7" fmla="*/ 630 h 907"/>
                <a:gd name="T8" fmla="*/ 0 w 907"/>
                <a:gd name="T9" fmla="*/ 453 h 907"/>
                <a:gd name="T10" fmla="*/ 36 w 907"/>
                <a:gd name="T11" fmla="*/ 277 h 907"/>
                <a:gd name="T12" fmla="*/ 133 w 907"/>
                <a:gd name="T13" fmla="*/ 133 h 907"/>
                <a:gd name="T14" fmla="*/ 277 w 907"/>
                <a:gd name="T15" fmla="*/ 35 h 907"/>
                <a:gd name="T16" fmla="*/ 454 w 907"/>
                <a:gd name="T17" fmla="*/ 0 h 907"/>
                <a:gd name="T18" fmla="*/ 630 w 907"/>
                <a:gd name="T19" fmla="*/ 35 h 907"/>
                <a:gd name="T20" fmla="*/ 774 w 907"/>
                <a:gd name="T21" fmla="*/ 133 h 907"/>
                <a:gd name="T22" fmla="*/ 871 w 907"/>
                <a:gd name="T23" fmla="*/ 277 h 907"/>
                <a:gd name="T24" fmla="*/ 907 w 907"/>
                <a:gd name="T25" fmla="*/ 453 h 907"/>
                <a:gd name="T26" fmla="*/ 871 w 907"/>
                <a:gd name="T27" fmla="*/ 630 h 907"/>
                <a:gd name="T28" fmla="*/ 774 w 907"/>
                <a:gd name="T29" fmla="*/ 774 h 907"/>
                <a:gd name="T30" fmla="*/ 630 w 907"/>
                <a:gd name="T31" fmla="*/ 871 h 907"/>
                <a:gd name="T32" fmla="*/ 454 w 907"/>
                <a:gd name="T33" fmla="*/ 907 h 907"/>
                <a:gd name="T34" fmla="*/ 454 w 907"/>
                <a:gd name="T35" fmla="*/ 16 h 907"/>
                <a:gd name="T36" fmla="*/ 16 w 907"/>
                <a:gd name="T37" fmla="*/ 453 h 907"/>
                <a:gd name="T38" fmla="*/ 454 w 907"/>
                <a:gd name="T39" fmla="*/ 891 h 907"/>
                <a:gd name="T40" fmla="*/ 891 w 907"/>
                <a:gd name="T41" fmla="*/ 453 h 907"/>
                <a:gd name="T42" fmla="*/ 454 w 907"/>
                <a:gd name="T43" fmla="*/ 16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7" h="907">
                  <a:moveTo>
                    <a:pt x="454" y="907"/>
                  </a:moveTo>
                  <a:cubicBezTo>
                    <a:pt x="392" y="907"/>
                    <a:pt x="333" y="895"/>
                    <a:pt x="277" y="871"/>
                  </a:cubicBezTo>
                  <a:cubicBezTo>
                    <a:pt x="223" y="848"/>
                    <a:pt x="174" y="816"/>
                    <a:pt x="133" y="774"/>
                  </a:cubicBezTo>
                  <a:cubicBezTo>
                    <a:pt x="91" y="732"/>
                    <a:pt x="58" y="684"/>
                    <a:pt x="36" y="630"/>
                  </a:cubicBezTo>
                  <a:cubicBezTo>
                    <a:pt x="12" y="574"/>
                    <a:pt x="0" y="515"/>
                    <a:pt x="0" y="453"/>
                  </a:cubicBezTo>
                  <a:cubicBezTo>
                    <a:pt x="0" y="392"/>
                    <a:pt x="12" y="333"/>
                    <a:pt x="36" y="277"/>
                  </a:cubicBezTo>
                  <a:cubicBezTo>
                    <a:pt x="58" y="223"/>
                    <a:pt x="91" y="174"/>
                    <a:pt x="133" y="133"/>
                  </a:cubicBezTo>
                  <a:cubicBezTo>
                    <a:pt x="174" y="91"/>
                    <a:pt x="223" y="58"/>
                    <a:pt x="277" y="35"/>
                  </a:cubicBezTo>
                  <a:cubicBezTo>
                    <a:pt x="333" y="12"/>
                    <a:pt x="392" y="0"/>
                    <a:pt x="454" y="0"/>
                  </a:cubicBezTo>
                  <a:cubicBezTo>
                    <a:pt x="515" y="0"/>
                    <a:pt x="574" y="12"/>
                    <a:pt x="630" y="35"/>
                  </a:cubicBezTo>
                  <a:cubicBezTo>
                    <a:pt x="684" y="58"/>
                    <a:pt x="733" y="91"/>
                    <a:pt x="774" y="133"/>
                  </a:cubicBezTo>
                  <a:cubicBezTo>
                    <a:pt x="816" y="174"/>
                    <a:pt x="849" y="223"/>
                    <a:pt x="871" y="277"/>
                  </a:cubicBezTo>
                  <a:cubicBezTo>
                    <a:pt x="895" y="333"/>
                    <a:pt x="907" y="392"/>
                    <a:pt x="907" y="453"/>
                  </a:cubicBezTo>
                  <a:cubicBezTo>
                    <a:pt x="907" y="515"/>
                    <a:pt x="895" y="574"/>
                    <a:pt x="871" y="630"/>
                  </a:cubicBezTo>
                  <a:cubicBezTo>
                    <a:pt x="849" y="684"/>
                    <a:pt x="816" y="732"/>
                    <a:pt x="774" y="774"/>
                  </a:cubicBezTo>
                  <a:cubicBezTo>
                    <a:pt x="733" y="816"/>
                    <a:pt x="684" y="848"/>
                    <a:pt x="630" y="871"/>
                  </a:cubicBezTo>
                  <a:cubicBezTo>
                    <a:pt x="574" y="895"/>
                    <a:pt x="515" y="907"/>
                    <a:pt x="454" y="907"/>
                  </a:cubicBezTo>
                  <a:close/>
                  <a:moveTo>
                    <a:pt x="454" y="16"/>
                  </a:moveTo>
                  <a:cubicBezTo>
                    <a:pt x="212" y="16"/>
                    <a:pt x="16" y="212"/>
                    <a:pt x="16" y="453"/>
                  </a:cubicBezTo>
                  <a:cubicBezTo>
                    <a:pt x="16" y="695"/>
                    <a:pt x="212" y="891"/>
                    <a:pt x="454" y="891"/>
                  </a:cubicBezTo>
                  <a:cubicBezTo>
                    <a:pt x="695" y="891"/>
                    <a:pt x="891" y="695"/>
                    <a:pt x="891" y="453"/>
                  </a:cubicBezTo>
                  <a:cubicBezTo>
                    <a:pt x="891" y="212"/>
                    <a:pt x="695" y="16"/>
                    <a:pt x="454" y="1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0" name="Freeform 30"/>
            <p:cNvSpPr/>
            <p:nvPr/>
          </p:nvSpPr>
          <p:spPr bwMode="auto">
            <a:xfrm>
              <a:off x="4041600" y="2572310"/>
              <a:ext cx="94985" cy="48930"/>
            </a:xfrm>
            <a:custGeom>
              <a:avLst/>
              <a:gdLst>
                <a:gd name="T0" fmla="*/ 3 w 14"/>
                <a:gd name="T1" fmla="*/ 6 h 7"/>
                <a:gd name="T2" fmla="*/ 7 w 14"/>
                <a:gd name="T3" fmla="*/ 7 h 7"/>
                <a:gd name="T4" fmla="*/ 13 w 14"/>
                <a:gd name="T5" fmla="*/ 4 h 7"/>
                <a:gd name="T6" fmla="*/ 14 w 14"/>
                <a:gd name="T7" fmla="*/ 4 h 7"/>
                <a:gd name="T8" fmla="*/ 7 w 14"/>
                <a:gd name="T9" fmla="*/ 0 h 7"/>
                <a:gd name="T10" fmla="*/ 0 w 14"/>
                <a:gd name="T11" fmla="*/ 3 h 7"/>
                <a:gd name="T12" fmla="*/ 3 w 14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7">
                  <a:moveTo>
                    <a:pt x="3" y="6"/>
                  </a:moveTo>
                  <a:cubicBezTo>
                    <a:pt x="4" y="7"/>
                    <a:pt x="5" y="7"/>
                    <a:pt x="7" y="7"/>
                  </a:cubicBezTo>
                  <a:cubicBezTo>
                    <a:pt x="10" y="7"/>
                    <a:pt x="12" y="5"/>
                    <a:pt x="13" y="4"/>
                  </a:cubicBezTo>
                  <a:cubicBezTo>
                    <a:pt x="13" y="4"/>
                    <a:pt x="14" y="4"/>
                    <a:pt x="14" y="4"/>
                  </a:cubicBezTo>
                  <a:cubicBezTo>
                    <a:pt x="14" y="2"/>
                    <a:pt x="9" y="0"/>
                    <a:pt x="7" y="0"/>
                  </a:cubicBezTo>
                  <a:cubicBezTo>
                    <a:pt x="4" y="0"/>
                    <a:pt x="0" y="3"/>
                    <a:pt x="0" y="3"/>
                  </a:cubicBezTo>
                  <a:cubicBezTo>
                    <a:pt x="0" y="4"/>
                    <a:pt x="2" y="6"/>
                    <a:pt x="3" y="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1" name="Freeform 31"/>
            <p:cNvSpPr/>
            <p:nvPr/>
          </p:nvSpPr>
          <p:spPr bwMode="auto">
            <a:xfrm>
              <a:off x="3877539" y="2949368"/>
              <a:ext cx="379936" cy="74836"/>
            </a:xfrm>
            <a:custGeom>
              <a:avLst/>
              <a:gdLst>
                <a:gd name="T0" fmla="*/ 55 w 56"/>
                <a:gd name="T1" fmla="*/ 7 h 11"/>
                <a:gd name="T2" fmla="*/ 40 w 56"/>
                <a:gd name="T3" fmla="*/ 2 h 11"/>
                <a:gd name="T4" fmla="*/ 5 w 56"/>
                <a:gd name="T5" fmla="*/ 2 h 11"/>
                <a:gd name="T6" fmla="*/ 1 w 56"/>
                <a:gd name="T7" fmla="*/ 6 h 11"/>
                <a:gd name="T8" fmla="*/ 24 w 56"/>
                <a:gd name="T9" fmla="*/ 11 h 11"/>
                <a:gd name="T10" fmla="*/ 33 w 56"/>
                <a:gd name="T11" fmla="*/ 10 h 11"/>
                <a:gd name="T12" fmla="*/ 55 w 56"/>
                <a:gd name="T13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11">
                  <a:moveTo>
                    <a:pt x="55" y="7"/>
                  </a:moveTo>
                  <a:cubicBezTo>
                    <a:pt x="56" y="0"/>
                    <a:pt x="54" y="2"/>
                    <a:pt x="40" y="2"/>
                  </a:cubicBezTo>
                  <a:cubicBezTo>
                    <a:pt x="33" y="2"/>
                    <a:pt x="11" y="1"/>
                    <a:pt x="5" y="2"/>
                  </a:cubicBezTo>
                  <a:cubicBezTo>
                    <a:pt x="2" y="3"/>
                    <a:pt x="1" y="5"/>
                    <a:pt x="1" y="6"/>
                  </a:cubicBezTo>
                  <a:cubicBezTo>
                    <a:pt x="1" y="11"/>
                    <a:pt x="0" y="11"/>
                    <a:pt x="24" y="11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48" y="9"/>
                    <a:pt x="52" y="11"/>
                    <a:pt x="55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2" name="Freeform 32"/>
            <p:cNvSpPr>
              <a:spLocks noEditPoints="1"/>
            </p:cNvSpPr>
            <p:nvPr/>
          </p:nvSpPr>
          <p:spPr bwMode="auto">
            <a:xfrm>
              <a:off x="2717581" y="465391"/>
              <a:ext cx="3759066" cy="3764823"/>
            </a:xfrm>
            <a:custGeom>
              <a:avLst/>
              <a:gdLst>
                <a:gd name="T0" fmla="*/ 551 w 551"/>
                <a:gd name="T1" fmla="*/ 169 h 552"/>
                <a:gd name="T2" fmla="*/ 366 w 551"/>
                <a:gd name="T3" fmla="*/ 5 h 552"/>
                <a:gd name="T4" fmla="*/ 201 w 551"/>
                <a:gd name="T5" fmla="*/ 16 h 552"/>
                <a:gd name="T6" fmla="*/ 169 w 551"/>
                <a:gd name="T7" fmla="*/ 0 h 552"/>
                <a:gd name="T8" fmla="*/ 78 w 551"/>
                <a:gd name="T9" fmla="*/ 172 h 552"/>
                <a:gd name="T10" fmla="*/ 6 w 551"/>
                <a:gd name="T11" fmla="*/ 259 h 552"/>
                <a:gd name="T12" fmla="*/ 78 w 551"/>
                <a:gd name="T13" fmla="*/ 268 h 552"/>
                <a:gd name="T14" fmla="*/ 6 w 551"/>
                <a:gd name="T15" fmla="*/ 355 h 552"/>
                <a:gd name="T16" fmla="*/ 85 w 551"/>
                <a:gd name="T17" fmla="*/ 349 h 552"/>
                <a:gd name="T18" fmla="*/ 187 w 551"/>
                <a:gd name="T19" fmla="*/ 486 h 552"/>
                <a:gd name="T20" fmla="*/ 169 w 551"/>
                <a:gd name="T21" fmla="*/ 552 h 552"/>
                <a:gd name="T22" fmla="*/ 254 w 551"/>
                <a:gd name="T23" fmla="*/ 486 h 552"/>
                <a:gd name="T24" fmla="*/ 298 w 551"/>
                <a:gd name="T25" fmla="*/ 477 h 552"/>
                <a:gd name="T26" fmla="*/ 336 w 551"/>
                <a:gd name="T27" fmla="*/ 477 h 552"/>
                <a:gd name="T28" fmla="*/ 473 w 551"/>
                <a:gd name="T29" fmla="*/ 379 h 552"/>
                <a:gd name="T30" fmla="*/ 546 w 551"/>
                <a:gd name="T31" fmla="*/ 395 h 552"/>
                <a:gd name="T32" fmla="*/ 466 w 551"/>
                <a:gd name="T33" fmla="*/ 268 h 552"/>
                <a:gd name="T34" fmla="*/ 551 w 551"/>
                <a:gd name="T35" fmla="*/ 355 h 552"/>
                <a:gd name="T36" fmla="*/ 466 w 551"/>
                <a:gd name="T37" fmla="*/ 165 h 552"/>
                <a:gd name="T38" fmla="*/ 413 w 551"/>
                <a:gd name="T39" fmla="*/ 178 h 552"/>
                <a:gd name="T40" fmla="*/ 319 w 551"/>
                <a:gd name="T41" fmla="*/ 143 h 552"/>
                <a:gd name="T42" fmla="*/ 319 w 551"/>
                <a:gd name="T43" fmla="*/ 143 h 552"/>
                <a:gd name="T44" fmla="*/ 315 w 551"/>
                <a:gd name="T45" fmla="*/ 209 h 552"/>
                <a:gd name="T46" fmla="*/ 309 w 551"/>
                <a:gd name="T47" fmla="*/ 215 h 552"/>
                <a:gd name="T48" fmla="*/ 294 w 551"/>
                <a:gd name="T49" fmla="*/ 138 h 552"/>
                <a:gd name="T50" fmla="*/ 291 w 551"/>
                <a:gd name="T51" fmla="*/ 237 h 552"/>
                <a:gd name="T52" fmla="*/ 211 w 551"/>
                <a:gd name="T53" fmla="*/ 419 h 552"/>
                <a:gd name="T54" fmla="*/ 157 w 551"/>
                <a:gd name="T55" fmla="*/ 404 h 552"/>
                <a:gd name="T56" fmla="*/ 157 w 551"/>
                <a:gd name="T57" fmla="*/ 372 h 552"/>
                <a:gd name="T58" fmla="*/ 242 w 551"/>
                <a:gd name="T59" fmla="*/ 393 h 552"/>
                <a:gd name="T60" fmla="*/ 128 w 551"/>
                <a:gd name="T61" fmla="*/ 379 h 552"/>
                <a:gd name="T62" fmla="*/ 161 w 551"/>
                <a:gd name="T63" fmla="*/ 308 h 552"/>
                <a:gd name="T64" fmla="*/ 137 w 551"/>
                <a:gd name="T65" fmla="*/ 335 h 552"/>
                <a:gd name="T66" fmla="*/ 178 w 551"/>
                <a:gd name="T67" fmla="*/ 296 h 552"/>
                <a:gd name="T68" fmla="*/ 212 w 551"/>
                <a:gd name="T69" fmla="*/ 304 h 552"/>
                <a:gd name="T70" fmla="*/ 214 w 551"/>
                <a:gd name="T71" fmla="*/ 334 h 552"/>
                <a:gd name="T72" fmla="*/ 177 w 551"/>
                <a:gd name="T73" fmla="*/ 314 h 552"/>
                <a:gd name="T74" fmla="*/ 240 w 551"/>
                <a:gd name="T75" fmla="*/ 326 h 552"/>
                <a:gd name="T76" fmla="*/ 231 w 551"/>
                <a:gd name="T77" fmla="*/ 298 h 552"/>
                <a:gd name="T78" fmla="*/ 199 w 551"/>
                <a:gd name="T79" fmla="*/ 226 h 552"/>
                <a:gd name="T80" fmla="*/ 146 w 551"/>
                <a:gd name="T81" fmla="*/ 181 h 552"/>
                <a:gd name="T82" fmla="*/ 197 w 551"/>
                <a:gd name="T83" fmla="*/ 131 h 552"/>
                <a:gd name="T84" fmla="*/ 245 w 551"/>
                <a:gd name="T85" fmla="*/ 170 h 552"/>
                <a:gd name="T86" fmla="*/ 207 w 551"/>
                <a:gd name="T87" fmla="*/ 85 h 552"/>
                <a:gd name="T88" fmla="*/ 317 w 551"/>
                <a:gd name="T89" fmla="*/ 392 h 552"/>
                <a:gd name="T90" fmla="*/ 300 w 551"/>
                <a:gd name="T91" fmla="*/ 392 h 552"/>
                <a:gd name="T92" fmla="*/ 299 w 551"/>
                <a:gd name="T93" fmla="*/ 354 h 552"/>
                <a:gd name="T94" fmla="*/ 338 w 551"/>
                <a:gd name="T95" fmla="*/ 314 h 552"/>
                <a:gd name="T96" fmla="*/ 340 w 551"/>
                <a:gd name="T97" fmla="*/ 395 h 552"/>
                <a:gd name="T98" fmla="*/ 365 w 551"/>
                <a:gd name="T99" fmla="*/ 294 h 552"/>
                <a:gd name="T100" fmla="*/ 392 w 551"/>
                <a:gd name="T101" fmla="*/ 429 h 552"/>
                <a:gd name="T102" fmla="*/ 391 w 551"/>
                <a:gd name="T103" fmla="*/ 291 h 552"/>
                <a:gd name="T104" fmla="*/ 417 w 551"/>
                <a:gd name="T105" fmla="*/ 409 h 552"/>
                <a:gd name="T106" fmla="*/ 407 w 551"/>
                <a:gd name="T107" fmla="*/ 289 h 552"/>
                <a:gd name="T108" fmla="*/ 385 w 551"/>
                <a:gd name="T109" fmla="*/ 267 h 552"/>
                <a:gd name="T110" fmla="*/ 334 w 551"/>
                <a:gd name="T111" fmla="*/ 272 h 552"/>
                <a:gd name="T112" fmla="*/ 346 w 551"/>
                <a:gd name="T113" fmla="*/ 190 h 552"/>
                <a:gd name="T114" fmla="*/ 422 w 551"/>
                <a:gd name="T115" fmla="*/ 190 h 552"/>
                <a:gd name="T116" fmla="*/ 426 w 551"/>
                <a:gd name="T117" fmla="*/ 261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1" h="552">
                  <a:moveTo>
                    <a:pt x="466" y="157"/>
                  </a:moveTo>
                  <a:cubicBezTo>
                    <a:pt x="466" y="163"/>
                    <a:pt x="469" y="168"/>
                    <a:pt x="473" y="172"/>
                  </a:cubicBezTo>
                  <a:cubicBezTo>
                    <a:pt x="473" y="172"/>
                    <a:pt x="473" y="172"/>
                    <a:pt x="473" y="172"/>
                  </a:cubicBezTo>
                  <a:cubicBezTo>
                    <a:pt x="545" y="244"/>
                    <a:pt x="545" y="244"/>
                    <a:pt x="545" y="244"/>
                  </a:cubicBezTo>
                  <a:cubicBezTo>
                    <a:pt x="545" y="244"/>
                    <a:pt x="545" y="244"/>
                    <a:pt x="545" y="244"/>
                  </a:cubicBezTo>
                  <a:cubicBezTo>
                    <a:pt x="549" y="248"/>
                    <a:pt x="551" y="253"/>
                    <a:pt x="551" y="259"/>
                  </a:cubicBezTo>
                  <a:cubicBezTo>
                    <a:pt x="551" y="169"/>
                    <a:pt x="551" y="169"/>
                    <a:pt x="551" y="169"/>
                  </a:cubicBezTo>
                  <a:cubicBezTo>
                    <a:pt x="551" y="165"/>
                    <a:pt x="549" y="159"/>
                    <a:pt x="546" y="156"/>
                  </a:cubicBezTo>
                  <a:cubicBezTo>
                    <a:pt x="395" y="5"/>
                    <a:pt x="395" y="5"/>
                    <a:pt x="395" y="5"/>
                  </a:cubicBezTo>
                  <a:cubicBezTo>
                    <a:pt x="392" y="2"/>
                    <a:pt x="386" y="0"/>
                    <a:pt x="382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71" y="0"/>
                    <a:pt x="371" y="0"/>
                    <a:pt x="371" y="0"/>
                  </a:cubicBezTo>
                  <a:cubicBezTo>
                    <a:pt x="368" y="0"/>
                    <a:pt x="366" y="2"/>
                    <a:pt x="366" y="5"/>
                  </a:cubicBezTo>
                  <a:cubicBezTo>
                    <a:pt x="366" y="77"/>
                    <a:pt x="366" y="77"/>
                    <a:pt x="366" y="77"/>
                  </a:cubicBezTo>
                  <a:cubicBezTo>
                    <a:pt x="366" y="81"/>
                    <a:pt x="362" y="85"/>
                    <a:pt x="358" y="85"/>
                  </a:cubicBezTo>
                  <a:cubicBezTo>
                    <a:pt x="350" y="85"/>
                    <a:pt x="350" y="85"/>
                    <a:pt x="350" y="85"/>
                  </a:cubicBezTo>
                  <a:cubicBezTo>
                    <a:pt x="350" y="16"/>
                    <a:pt x="350" y="16"/>
                    <a:pt x="350" y="16"/>
                  </a:cubicBezTo>
                  <a:cubicBezTo>
                    <a:pt x="350" y="7"/>
                    <a:pt x="343" y="0"/>
                    <a:pt x="334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08" y="0"/>
                    <a:pt x="201" y="7"/>
                    <a:pt x="201" y="16"/>
                  </a:cubicBezTo>
                  <a:cubicBezTo>
                    <a:pt x="201" y="85"/>
                    <a:pt x="201" y="85"/>
                    <a:pt x="201" y="85"/>
                  </a:cubicBezTo>
                  <a:cubicBezTo>
                    <a:pt x="193" y="85"/>
                    <a:pt x="193" y="85"/>
                    <a:pt x="193" y="85"/>
                  </a:cubicBezTo>
                  <a:cubicBezTo>
                    <a:pt x="189" y="85"/>
                    <a:pt x="185" y="81"/>
                    <a:pt x="185" y="77"/>
                  </a:cubicBezTo>
                  <a:cubicBezTo>
                    <a:pt x="185" y="5"/>
                    <a:pt x="185" y="5"/>
                    <a:pt x="185" y="5"/>
                  </a:cubicBezTo>
                  <a:cubicBezTo>
                    <a:pt x="185" y="2"/>
                    <a:pt x="183" y="0"/>
                    <a:pt x="180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69" y="0"/>
                    <a:pt x="169" y="0"/>
                    <a:pt x="169" y="0"/>
                  </a:cubicBezTo>
                  <a:cubicBezTo>
                    <a:pt x="165" y="0"/>
                    <a:pt x="159" y="2"/>
                    <a:pt x="156" y="5"/>
                  </a:cubicBezTo>
                  <a:cubicBezTo>
                    <a:pt x="5" y="156"/>
                    <a:pt x="5" y="156"/>
                    <a:pt x="5" y="156"/>
                  </a:cubicBezTo>
                  <a:cubicBezTo>
                    <a:pt x="2" y="159"/>
                    <a:pt x="0" y="165"/>
                    <a:pt x="0" y="169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53"/>
                    <a:pt x="2" y="248"/>
                    <a:pt x="6" y="244"/>
                  </a:cubicBezTo>
                  <a:cubicBezTo>
                    <a:pt x="6" y="244"/>
                    <a:pt x="6" y="244"/>
                    <a:pt x="6" y="244"/>
                  </a:cubicBezTo>
                  <a:cubicBezTo>
                    <a:pt x="78" y="172"/>
                    <a:pt x="78" y="172"/>
                    <a:pt x="78" y="172"/>
                  </a:cubicBezTo>
                  <a:cubicBezTo>
                    <a:pt x="78" y="172"/>
                    <a:pt x="78" y="172"/>
                    <a:pt x="78" y="172"/>
                  </a:cubicBezTo>
                  <a:cubicBezTo>
                    <a:pt x="82" y="168"/>
                    <a:pt x="85" y="163"/>
                    <a:pt x="85" y="157"/>
                  </a:cubicBezTo>
                  <a:cubicBezTo>
                    <a:pt x="85" y="165"/>
                    <a:pt x="85" y="165"/>
                    <a:pt x="85" y="165"/>
                  </a:cubicBezTo>
                  <a:cubicBezTo>
                    <a:pt x="85" y="172"/>
                    <a:pt x="85" y="172"/>
                    <a:pt x="85" y="172"/>
                  </a:cubicBezTo>
                  <a:cubicBezTo>
                    <a:pt x="85" y="178"/>
                    <a:pt x="82" y="183"/>
                    <a:pt x="78" y="187"/>
                  </a:cubicBezTo>
                  <a:cubicBezTo>
                    <a:pt x="78" y="187"/>
                    <a:pt x="78" y="187"/>
                    <a:pt x="78" y="187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6" y="259"/>
                    <a:pt x="6" y="259"/>
                    <a:pt x="6" y="259"/>
                  </a:cubicBezTo>
                  <a:cubicBezTo>
                    <a:pt x="2" y="263"/>
                    <a:pt x="0" y="268"/>
                    <a:pt x="0" y="274"/>
                  </a:cubicBezTo>
                  <a:cubicBezTo>
                    <a:pt x="0" y="355"/>
                    <a:pt x="0" y="355"/>
                    <a:pt x="0" y="355"/>
                  </a:cubicBezTo>
                  <a:cubicBezTo>
                    <a:pt x="0" y="350"/>
                    <a:pt x="2" y="344"/>
                    <a:pt x="6" y="340"/>
                  </a:cubicBezTo>
                  <a:cubicBezTo>
                    <a:pt x="6" y="340"/>
                    <a:pt x="6" y="340"/>
                    <a:pt x="6" y="340"/>
                  </a:cubicBezTo>
                  <a:cubicBezTo>
                    <a:pt x="78" y="269"/>
                    <a:pt x="78" y="269"/>
                    <a:pt x="78" y="269"/>
                  </a:cubicBezTo>
                  <a:cubicBezTo>
                    <a:pt x="78" y="268"/>
                    <a:pt x="78" y="268"/>
                    <a:pt x="78" y="268"/>
                  </a:cubicBezTo>
                  <a:cubicBezTo>
                    <a:pt x="82" y="265"/>
                    <a:pt x="85" y="259"/>
                    <a:pt x="85" y="253"/>
                  </a:cubicBezTo>
                  <a:cubicBezTo>
                    <a:pt x="85" y="262"/>
                    <a:pt x="85" y="262"/>
                    <a:pt x="85" y="262"/>
                  </a:cubicBezTo>
                  <a:cubicBezTo>
                    <a:pt x="85" y="268"/>
                    <a:pt x="85" y="268"/>
                    <a:pt x="85" y="268"/>
                  </a:cubicBezTo>
                  <a:cubicBezTo>
                    <a:pt x="85" y="274"/>
                    <a:pt x="82" y="279"/>
                    <a:pt x="78" y="283"/>
                  </a:cubicBezTo>
                  <a:cubicBezTo>
                    <a:pt x="78" y="283"/>
                    <a:pt x="78" y="283"/>
                    <a:pt x="78" y="283"/>
                  </a:cubicBezTo>
                  <a:cubicBezTo>
                    <a:pt x="6" y="355"/>
                    <a:pt x="6" y="355"/>
                    <a:pt x="6" y="355"/>
                  </a:cubicBezTo>
                  <a:cubicBezTo>
                    <a:pt x="6" y="355"/>
                    <a:pt x="6" y="355"/>
                    <a:pt x="6" y="355"/>
                  </a:cubicBezTo>
                  <a:cubicBezTo>
                    <a:pt x="2" y="359"/>
                    <a:pt x="0" y="364"/>
                    <a:pt x="0" y="370"/>
                  </a:cubicBezTo>
                  <a:cubicBezTo>
                    <a:pt x="0" y="382"/>
                    <a:pt x="0" y="382"/>
                    <a:pt x="0" y="382"/>
                  </a:cubicBezTo>
                  <a:cubicBezTo>
                    <a:pt x="0" y="387"/>
                    <a:pt x="2" y="392"/>
                    <a:pt x="5" y="395"/>
                  </a:cubicBezTo>
                  <a:cubicBezTo>
                    <a:pt x="26" y="417"/>
                    <a:pt x="26" y="417"/>
                    <a:pt x="26" y="417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78" y="365"/>
                    <a:pt x="78" y="365"/>
                    <a:pt x="78" y="365"/>
                  </a:cubicBezTo>
                  <a:cubicBezTo>
                    <a:pt x="82" y="361"/>
                    <a:pt x="85" y="355"/>
                    <a:pt x="85" y="349"/>
                  </a:cubicBezTo>
                  <a:cubicBezTo>
                    <a:pt x="85" y="358"/>
                    <a:pt x="85" y="358"/>
                    <a:pt x="85" y="358"/>
                  </a:cubicBezTo>
                  <a:cubicBezTo>
                    <a:pt x="85" y="364"/>
                    <a:pt x="85" y="364"/>
                    <a:pt x="85" y="364"/>
                  </a:cubicBezTo>
                  <a:cubicBezTo>
                    <a:pt x="85" y="370"/>
                    <a:pt x="82" y="375"/>
                    <a:pt x="78" y="379"/>
                  </a:cubicBezTo>
                  <a:cubicBezTo>
                    <a:pt x="78" y="379"/>
                    <a:pt x="78" y="379"/>
                    <a:pt x="78" y="379"/>
                  </a:cubicBezTo>
                  <a:cubicBezTo>
                    <a:pt x="34" y="424"/>
                    <a:pt x="34" y="424"/>
                    <a:pt x="34" y="424"/>
                  </a:cubicBezTo>
                  <a:cubicBezTo>
                    <a:pt x="155" y="545"/>
                    <a:pt x="155" y="545"/>
                    <a:pt x="155" y="545"/>
                  </a:cubicBezTo>
                  <a:cubicBezTo>
                    <a:pt x="187" y="486"/>
                    <a:pt x="187" y="486"/>
                    <a:pt x="187" y="486"/>
                  </a:cubicBezTo>
                  <a:cubicBezTo>
                    <a:pt x="190" y="481"/>
                    <a:pt x="196" y="477"/>
                    <a:pt x="202" y="477"/>
                  </a:cubicBezTo>
                  <a:cubicBezTo>
                    <a:pt x="207" y="477"/>
                    <a:pt x="207" y="477"/>
                    <a:pt x="207" y="477"/>
                  </a:cubicBezTo>
                  <a:cubicBezTo>
                    <a:pt x="215" y="477"/>
                    <a:pt x="215" y="477"/>
                    <a:pt x="215" y="477"/>
                  </a:cubicBezTo>
                  <a:cubicBezTo>
                    <a:pt x="208" y="477"/>
                    <a:pt x="203" y="481"/>
                    <a:pt x="200" y="486"/>
                  </a:cubicBezTo>
                  <a:cubicBezTo>
                    <a:pt x="200" y="486"/>
                    <a:pt x="200" y="486"/>
                    <a:pt x="200" y="486"/>
                  </a:cubicBezTo>
                  <a:cubicBezTo>
                    <a:pt x="164" y="551"/>
                    <a:pt x="164" y="551"/>
                    <a:pt x="164" y="551"/>
                  </a:cubicBezTo>
                  <a:cubicBezTo>
                    <a:pt x="166" y="551"/>
                    <a:pt x="167" y="552"/>
                    <a:pt x="169" y="552"/>
                  </a:cubicBezTo>
                  <a:cubicBezTo>
                    <a:pt x="231" y="552"/>
                    <a:pt x="231" y="552"/>
                    <a:pt x="231" y="552"/>
                  </a:cubicBezTo>
                  <a:cubicBezTo>
                    <a:pt x="243" y="486"/>
                    <a:pt x="243" y="486"/>
                    <a:pt x="243" y="486"/>
                  </a:cubicBezTo>
                  <a:cubicBezTo>
                    <a:pt x="244" y="481"/>
                    <a:pt x="248" y="477"/>
                    <a:pt x="253" y="477"/>
                  </a:cubicBezTo>
                  <a:cubicBezTo>
                    <a:pt x="254" y="477"/>
                    <a:pt x="254" y="477"/>
                    <a:pt x="254" y="477"/>
                  </a:cubicBezTo>
                  <a:cubicBezTo>
                    <a:pt x="255" y="477"/>
                    <a:pt x="255" y="477"/>
                    <a:pt x="255" y="477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59" y="477"/>
                    <a:pt x="255" y="481"/>
                    <a:pt x="254" y="486"/>
                  </a:cubicBezTo>
                  <a:cubicBezTo>
                    <a:pt x="242" y="552"/>
                    <a:pt x="242" y="552"/>
                    <a:pt x="242" y="552"/>
                  </a:cubicBezTo>
                  <a:cubicBezTo>
                    <a:pt x="309" y="552"/>
                    <a:pt x="309" y="552"/>
                    <a:pt x="309" y="552"/>
                  </a:cubicBezTo>
                  <a:cubicBezTo>
                    <a:pt x="297" y="486"/>
                    <a:pt x="297" y="486"/>
                    <a:pt x="297" y="486"/>
                  </a:cubicBezTo>
                  <a:cubicBezTo>
                    <a:pt x="296" y="481"/>
                    <a:pt x="292" y="477"/>
                    <a:pt x="287" y="477"/>
                  </a:cubicBezTo>
                  <a:cubicBezTo>
                    <a:pt x="296" y="477"/>
                    <a:pt x="296" y="477"/>
                    <a:pt x="296" y="477"/>
                  </a:cubicBezTo>
                  <a:cubicBezTo>
                    <a:pt x="297" y="477"/>
                    <a:pt x="297" y="477"/>
                    <a:pt x="297" y="477"/>
                  </a:cubicBezTo>
                  <a:cubicBezTo>
                    <a:pt x="298" y="477"/>
                    <a:pt x="298" y="477"/>
                    <a:pt x="298" y="477"/>
                  </a:cubicBezTo>
                  <a:cubicBezTo>
                    <a:pt x="303" y="477"/>
                    <a:pt x="307" y="481"/>
                    <a:pt x="308" y="486"/>
                  </a:cubicBezTo>
                  <a:cubicBezTo>
                    <a:pt x="320" y="552"/>
                    <a:pt x="320" y="552"/>
                    <a:pt x="320" y="552"/>
                  </a:cubicBezTo>
                  <a:cubicBezTo>
                    <a:pt x="382" y="552"/>
                    <a:pt x="382" y="552"/>
                    <a:pt x="382" y="552"/>
                  </a:cubicBezTo>
                  <a:cubicBezTo>
                    <a:pt x="384" y="552"/>
                    <a:pt x="385" y="551"/>
                    <a:pt x="387" y="551"/>
                  </a:cubicBezTo>
                  <a:cubicBezTo>
                    <a:pt x="351" y="486"/>
                    <a:pt x="351" y="486"/>
                    <a:pt x="351" y="486"/>
                  </a:cubicBezTo>
                  <a:cubicBezTo>
                    <a:pt x="351" y="486"/>
                    <a:pt x="351" y="486"/>
                    <a:pt x="351" y="486"/>
                  </a:cubicBezTo>
                  <a:cubicBezTo>
                    <a:pt x="348" y="481"/>
                    <a:pt x="343" y="477"/>
                    <a:pt x="336" y="477"/>
                  </a:cubicBezTo>
                  <a:cubicBezTo>
                    <a:pt x="344" y="477"/>
                    <a:pt x="344" y="477"/>
                    <a:pt x="344" y="477"/>
                  </a:cubicBezTo>
                  <a:cubicBezTo>
                    <a:pt x="349" y="477"/>
                    <a:pt x="349" y="477"/>
                    <a:pt x="349" y="477"/>
                  </a:cubicBezTo>
                  <a:cubicBezTo>
                    <a:pt x="355" y="477"/>
                    <a:pt x="361" y="481"/>
                    <a:pt x="364" y="486"/>
                  </a:cubicBezTo>
                  <a:cubicBezTo>
                    <a:pt x="396" y="545"/>
                    <a:pt x="396" y="545"/>
                    <a:pt x="396" y="545"/>
                  </a:cubicBezTo>
                  <a:cubicBezTo>
                    <a:pt x="517" y="424"/>
                    <a:pt x="517" y="424"/>
                    <a:pt x="517" y="424"/>
                  </a:cubicBezTo>
                  <a:cubicBezTo>
                    <a:pt x="473" y="379"/>
                    <a:pt x="473" y="379"/>
                    <a:pt x="473" y="379"/>
                  </a:cubicBezTo>
                  <a:cubicBezTo>
                    <a:pt x="473" y="379"/>
                    <a:pt x="473" y="379"/>
                    <a:pt x="473" y="379"/>
                  </a:cubicBezTo>
                  <a:cubicBezTo>
                    <a:pt x="469" y="375"/>
                    <a:pt x="466" y="370"/>
                    <a:pt x="466" y="364"/>
                  </a:cubicBezTo>
                  <a:cubicBezTo>
                    <a:pt x="466" y="358"/>
                    <a:pt x="466" y="358"/>
                    <a:pt x="466" y="358"/>
                  </a:cubicBezTo>
                  <a:cubicBezTo>
                    <a:pt x="466" y="349"/>
                    <a:pt x="466" y="349"/>
                    <a:pt x="466" y="349"/>
                  </a:cubicBezTo>
                  <a:cubicBezTo>
                    <a:pt x="466" y="355"/>
                    <a:pt x="469" y="361"/>
                    <a:pt x="473" y="365"/>
                  </a:cubicBezTo>
                  <a:cubicBezTo>
                    <a:pt x="473" y="365"/>
                    <a:pt x="473" y="365"/>
                    <a:pt x="473" y="365"/>
                  </a:cubicBezTo>
                  <a:cubicBezTo>
                    <a:pt x="525" y="417"/>
                    <a:pt x="525" y="417"/>
                    <a:pt x="525" y="417"/>
                  </a:cubicBezTo>
                  <a:cubicBezTo>
                    <a:pt x="546" y="395"/>
                    <a:pt x="546" y="395"/>
                    <a:pt x="546" y="395"/>
                  </a:cubicBezTo>
                  <a:cubicBezTo>
                    <a:pt x="549" y="392"/>
                    <a:pt x="551" y="387"/>
                    <a:pt x="551" y="382"/>
                  </a:cubicBezTo>
                  <a:cubicBezTo>
                    <a:pt x="551" y="370"/>
                    <a:pt x="551" y="370"/>
                    <a:pt x="551" y="370"/>
                  </a:cubicBezTo>
                  <a:cubicBezTo>
                    <a:pt x="551" y="364"/>
                    <a:pt x="549" y="359"/>
                    <a:pt x="545" y="355"/>
                  </a:cubicBezTo>
                  <a:cubicBezTo>
                    <a:pt x="545" y="355"/>
                    <a:pt x="545" y="355"/>
                    <a:pt x="545" y="355"/>
                  </a:cubicBezTo>
                  <a:cubicBezTo>
                    <a:pt x="473" y="283"/>
                    <a:pt x="473" y="283"/>
                    <a:pt x="473" y="283"/>
                  </a:cubicBezTo>
                  <a:cubicBezTo>
                    <a:pt x="473" y="283"/>
                    <a:pt x="473" y="283"/>
                    <a:pt x="473" y="283"/>
                  </a:cubicBezTo>
                  <a:cubicBezTo>
                    <a:pt x="469" y="279"/>
                    <a:pt x="466" y="274"/>
                    <a:pt x="466" y="268"/>
                  </a:cubicBezTo>
                  <a:cubicBezTo>
                    <a:pt x="466" y="262"/>
                    <a:pt x="466" y="262"/>
                    <a:pt x="466" y="262"/>
                  </a:cubicBezTo>
                  <a:cubicBezTo>
                    <a:pt x="466" y="253"/>
                    <a:pt x="466" y="253"/>
                    <a:pt x="466" y="253"/>
                  </a:cubicBezTo>
                  <a:cubicBezTo>
                    <a:pt x="466" y="259"/>
                    <a:pt x="469" y="265"/>
                    <a:pt x="473" y="268"/>
                  </a:cubicBezTo>
                  <a:cubicBezTo>
                    <a:pt x="473" y="269"/>
                    <a:pt x="473" y="269"/>
                    <a:pt x="473" y="269"/>
                  </a:cubicBezTo>
                  <a:cubicBezTo>
                    <a:pt x="545" y="340"/>
                    <a:pt x="545" y="340"/>
                    <a:pt x="545" y="340"/>
                  </a:cubicBezTo>
                  <a:cubicBezTo>
                    <a:pt x="545" y="340"/>
                    <a:pt x="545" y="340"/>
                    <a:pt x="545" y="340"/>
                  </a:cubicBezTo>
                  <a:cubicBezTo>
                    <a:pt x="549" y="344"/>
                    <a:pt x="551" y="350"/>
                    <a:pt x="551" y="355"/>
                  </a:cubicBezTo>
                  <a:cubicBezTo>
                    <a:pt x="551" y="274"/>
                    <a:pt x="551" y="274"/>
                    <a:pt x="551" y="274"/>
                  </a:cubicBezTo>
                  <a:cubicBezTo>
                    <a:pt x="551" y="268"/>
                    <a:pt x="549" y="263"/>
                    <a:pt x="545" y="259"/>
                  </a:cubicBezTo>
                  <a:cubicBezTo>
                    <a:pt x="545" y="259"/>
                    <a:pt x="545" y="259"/>
                    <a:pt x="545" y="259"/>
                  </a:cubicBezTo>
                  <a:cubicBezTo>
                    <a:pt x="473" y="187"/>
                    <a:pt x="473" y="187"/>
                    <a:pt x="473" y="187"/>
                  </a:cubicBezTo>
                  <a:cubicBezTo>
                    <a:pt x="473" y="187"/>
                    <a:pt x="473" y="187"/>
                    <a:pt x="473" y="187"/>
                  </a:cubicBezTo>
                  <a:cubicBezTo>
                    <a:pt x="469" y="183"/>
                    <a:pt x="466" y="178"/>
                    <a:pt x="466" y="172"/>
                  </a:cubicBezTo>
                  <a:cubicBezTo>
                    <a:pt x="466" y="165"/>
                    <a:pt x="466" y="165"/>
                    <a:pt x="466" y="165"/>
                  </a:cubicBezTo>
                  <a:lnTo>
                    <a:pt x="466" y="157"/>
                  </a:lnTo>
                  <a:close/>
                  <a:moveTo>
                    <a:pt x="334" y="162"/>
                  </a:moveTo>
                  <a:cubicBezTo>
                    <a:pt x="337" y="139"/>
                    <a:pt x="337" y="142"/>
                    <a:pt x="350" y="137"/>
                  </a:cubicBezTo>
                  <a:cubicBezTo>
                    <a:pt x="364" y="134"/>
                    <a:pt x="372" y="132"/>
                    <a:pt x="380" y="132"/>
                  </a:cubicBezTo>
                  <a:cubicBezTo>
                    <a:pt x="388" y="133"/>
                    <a:pt x="405" y="133"/>
                    <a:pt x="420" y="139"/>
                  </a:cubicBezTo>
                  <a:cubicBezTo>
                    <a:pt x="427" y="141"/>
                    <a:pt x="424" y="144"/>
                    <a:pt x="425" y="169"/>
                  </a:cubicBezTo>
                  <a:cubicBezTo>
                    <a:pt x="424" y="179"/>
                    <a:pt x="423" y="177"/>
                    <a:pt x="413" y="178"/>
                  </a:cubicBezTo>
                  <a:cubicBezTo>
                    <a:pt x="405" y="178"/>
                    <a:pt x="401" y="179"/>
                    <a:pt x="390" y="176"/>
                  </a:cubicBezTo>
                  <a:cubicBezTo>
                    <a:pt x="387" y="171"/>
                    <a:pt x="383" y="149"/>
                    <a:pt x="375" y="151"/>
                  </a:cubicBezTo>
                  <a:cubicBezTo>
                    <a:pt x="372" y="154"/>
                    <a:pt x="375" y="154"/>
                    <a:pt x="369" y="165"/>
                  </a:cubicBezTo>
                  <a:cubicBezTo>
                    <a:pt x="368" y="167"/>
                    <a:pt x="366" y="172"/>
                    <a:pt x="364" y="175"/>
                  </a:cubicBezTo>
                  <a:cubicBezTo>
                    <a:pt x="356" y="178"/>
                    <a:pt x="350" y="177"/>
                    <a:pt x="341" y="178"/>
                  </a:cubicBezTo>
                  <a:cubicBezTo>
                    <a:pt x="332" y="177"/>
                    <a:pt x="335" y="173"/>
                    <a:pt x="334" y="162"/>
                  </a:cubicBezTo>
                  <a:close/>
                  <a:moveTo>
                    <a:pt x="319" y="143"/>
                  </a:moveTo>
                  <a:cubicBezTo>
                    <a:pt x="319" y="138"/>
                    <a:pt x="319" y="137"/>
                    <a:pt x="323" y="137"/>
                  </a:cubicBezTo>
                  <a:cubicBezTo>
                    <a:pt x="329" y="137"/>
                    <a:pt x="329" y="139"/>
                    <a:pt x="329" y="142"/>
                  </a:cubicBezTo>
                  <a:cubicBezTo>
                    <a:pt x="329" y="147"/>
                    <a:pt x="329" y="157"/>
                    <a:pt x="329" y="166"/>
                  </a:cubicBezTo>
                  <a:cubicBezTo>
                    <a:pt x="329" y="172"/>
                    <a:pt x="329" y="183"/>
                    <a:pt x="324" y="185"/>
                  </a:cubicBezTo>
                  <a:cubicBezTo>
                    <a:pt x="320" y="185"/>
                    <a:pt x="317" y="186"/>
                    <a:pt x="317" y="180"/>
                  </a:cubicBezTo>
                  <a:cubicBezTo>
                    <a:pt x="317" y="177"/>
                    <a:pt x="318" y="172"/>
                    <a:pt x="319" y="168"/>
                  </a:cubicBezTo>
                  <a:cubicBezTo>
                    <a:pt x="320" y="163"/>
                    <a:pt x="319" y="149"/>
                    <a:pt x="319" y="143"/>
                  </a:cubicBezTo>
                  <a:close/>
                  <a:moveTo>
                    <a:pt x="322" y="199"/>
                  </a:moveTo>
                  <a:cubicBezTo>
                    <a:pt x="327" y="202"/>
                    <a:pt x="327" y="219"/>
                    <a:pt x="327" y="219"/>
                  </a:cubicBezTo>
                  <a:cubicBezTo>
                    <a:pt x="328" y="221"/>
                    <a:pt x="328" y="237"/>
                    <a:pt x="328" y="242"/>
                  </a:cubicBezTo>
                  <a:cubicBezTo>
                    <a:pt x="328" y="247"/>
                    <a:pt x="328" y="251"/>
                    <a:pt x="328" y="253"/>
                  </a:cubicBezTo>
                  <a:cubicBezTo>
                    <a:pt x="326" y="254"/>
                    <a:pt x="324" y="255"/>
                    <a:pt x="321" y="254"/>
                  </a:cubicBezTo>
                  <a:cubicBezTo>
                    <a:pt x="318" y="253"/>
                    <a:pt x="317" y="239"/>
                    <a:pt x="317" y="234"/>
                  </a:cubicBezTo>
                  <a:cubicBezTo>
                    <a:pt x="317" y="230"/>
                    <a:pt x="317" y="220"/>
                    <a:pt x="315" y="209"/>
                  </a:cubicBezTo>
                  <a:cubicBezTo>
                    <a:pt x="314" y="199"/>
                    <a:pt x="315" y="200"/>
                    <a:pt x="322" y="199"/>
                  </a:cubicBezTo>
                  <a:close/>
                  <a:moveTo>
                    <a:pt x="300" y="190"/>
                  </a:moveTo>
                  <a:cubicBezTo>
                    <a:pt x="301" y="182"/>
                    <a:pt x="303" y="157"/>
                    <a:pt x="302" y="150"/>
                  </a:cubicBezTo>
                  <a:cubicBezTo>
                    <a:pt x="303" y="146"/>
                    <a:pt x="302" y="140"/>
                    <a:pt x="303" y="135"/>
                  </a:cubicBezTo>
                  <a:cubicBezTo>
                    <a:pt x="304" y="133"/>
                    <a:pt x="306" y="133"/>
                    <a:pt x="310" y="133"/>
                  </a:cubicBezTo>
                  <a:cubicBezTo>
                    <a:pt x="316" y="131"/>
                    <a:pt x="314" y="152"/>
                    <a:pt x="314" y="152"/>
                  </a:cubicBezTo>
                  <a:cubicBezTo>
                    <a:pt x="314" y="170"/>
                    <a:pt x="309" y="206"/>
                    <a:pt x="309" y="215"/>
                  </a:cubicBezTo>
                  <a:cubicBezTo>
                    <a:pt x="307" y="230"/>
                    <a:pt x="314" y="271"/>
                    <a:pt x="310" y="275"/>
                  </a:cubicBezTo>
                  <a:cubicBezTo>
                    <a:pt x="309" y="276"/>
                    <a:pt x="304" y="276"/>
                    <a:pt x="303" y="274"/>
                  </a:cubicBezTo>
                  <a:cubicBezTo>
                    <a:pt x="299" y="263"/>
                    <a:pt x="299" y="246"/>
                    <a:pt x="298" y="232"/>
                  </a:cubicBezTo>
                  <a:cubicBezTo>
                    <a:pt x="297" y="215"/>
                    <a:pt x="300" y="197"/>
                    <a:pt x="300" y="190"/>
                  </a:cubicBezTo>
                  <a:close/>
                  <a:moveTo>
                    <a:pt x="285" y="166"/>
                  </a:moveTo>
                  <a:cubicBezTo>
                    <a:pt x="287" y="155"/>
                    <a:pt x="286" y="143"/>
                    <a:pt x="287" y="139"/>
                  </a:cubicBezTo>
                  <a:cubicBezTo>
                    <a:pt x="288" y="138"/>
                    <a:pt x="291" y="137"/>
                    <a:pt x="294" y="138"/>
                  </a:cubicBezTo>
                  <a:cubicBezTo>
                    <a:pt x="298" y="141"/>
                    <a:pt x="299" y="177"/>
                    <a:pt x="290" y="184"/>
                  </a:cubicBezTo>
                  <a:cubicBezTo>
                    <a:pt x="288" y="184"/>
                    <a:pt x="284" y="184"/>
                    <a:pt x="283" y="182"/>
                  </a:cubicBezTo>
                  <a:cubicBezTo>
                    <a:pt x="282" y="180"/>
                    <a:pt x="283" y="174"/>
                    <a:pt x="285" y="166"/>
                  </a:cubicBezTo>
                  <a:close/>
                  <a:moveTo>
                    <a:pt x="280" y="214"/>
                  </a:moveTo>
                  <a:cubicBezTo>
                    <a:pt x="280" y="200"/>
                    <a:pt x="281" y="197"/>
                    <a:pt x="284" y="193"/>
                  </a:cubicBezTo>
                  <a:cubicBezTo>
                    <a:pt x="287" y="191"/>
                    <a:pt x="291" y="193"/>
                    <a:pt x="293" y="195"/>
                  </a:cubicBezTo>
                  <a:cubicBezTo>
                    <a:pt x="295" y="200"/>
                    <a:pt x="291" y="225"/>
                    <a:pt x="291" y="237"/>
                  </a:cubicBezTo>
                  <a:cubicBezTo>
                    <a:pt x="290" y="248"/>
                    <a:pt x="294" y="259"/>
                    <a:pt x="289" y="261"/>
                  </a:cubicBezTo>
                  <a:cubicBezTo>
                    <a:pt x="285" y="262"/>
                    <a:pt x="281" y="261"/>
                    <a:pt x="281" y="258"/>
                  </a:cubicBezTo>
                  <a:cubicBezTo>
                    <a:pt x="279" y="244"/>
                    <a:pt x="280" y="214"/>
                    <a:pt x="280" y="214"/>
                  </a:cubicBezTo>
                  <a:close/>
                  <a:moveTo>
                    <a:pt x="267" y="388"/>
                  </a:moveTo>
                  <a:cubicBezTo>
                    <a:pt x="266" y="407"/>
                    <a:pt x="266" y="405"/>
                    <a:pt x="253" y="405"/>
                  </a:cubicBezTo>
                  <a:cubicBezTo>
                    <a:pt x="242" y="405"/>
                    <a:pt x="214" y="405"/>
                    <a:pt x="212" y="406"/>
                  </a:cubicBezTo>
                  <a:cubicBezTo>
                    <a:pt x="212" y="408"/>
                    <a:pt x="211" y="414"/>
                    <a:pt x="211" y="419"/>
                  </a:cubicBezTo>
                  <a:cubicBezTo>
                    <a:pt x="212" y="426"/>
                    <a:pt x="216" y="428"/>
                    <a:pt x="186" y="431"/>
                  </a:cubicBezTo>
                  <a:cubicBezTo>
                    <a:pt x="179" y="432"/>
                    <a:pt x="134" y="430"/>
                    <a:pt x="131" y="425"/>
                  </a:cubicBezTo>
                  <a:cubicBezTo>
                    <a:pt x="128" y="419"/>
                    <a:pt x="122" y="411"/>
                    <a:pt x="127" y="403"/>
                  </a:cubicBezTo>
                  <a:cubicBezTo>
                    <a:pt x="133" y="408"/>
                    <a:pt x="139" y="412"/>
                    <a:pt x="153" y="417"/>
                  </a:cubicBezTo>
                  <a:cubicBezTo>
                    <a:pt x="164" y="419"/>
                    <a:pt x="181" y="420"/>
                    <a:pt x="191" y="418"/>
                  </a:cubicBezTo>
                  <a:cubicBezTo>
                    <a:pt x="197" y="415"/>
                    <a:pt x="197" y="413"/>
                    <a:pt x="196" y="406"/>
                  </a:cubicBezTo>
                  <a:cubicBezTo>
                    <a:pt x="175" y="405"/>
                    <a:pt x="164" y="404"/>
                    <a:pt x="157" y="404"/>
                  </a:cubicBezTo>
                  <a:cubicBezTo>
                    <a:pt x="146" y="403"/>
                    <a:pt x="146" y="403"/>
                    <a:pt x="146" y="397"/>
                  </a:cubicBezTo>
                  <a:cubicBezTo>
                    <a:pt x="147" y="392"/>
                    <a:pt x="148" y="391"/>
                    <a:pt x="155" y="392"/>
                  </a:cubicBezTo>
                  <a:cubicBezTo>
                    <a:pt x="160" y="392"/>
                    <a:pt x="168" y="393"/>
                    <a:pt x="180" y="393"/>
                  </a:cubicBezTo>
                  <a:cubicBezTo>
                    <a:pt x="189" y="393"/>
                    <a:pt x="196" y="393"/>
                    <a:pt x="196" y="393"/>
                  </a:cubicBezTo>
                  <a:cubicBezTo>
                    <a:pt x="196" y="384"/>
                    <a:pt x="196" y="384"/>
                    <a:pt x="196" y="384"/>
                  </a:cubicBezTo>
                  <a:cubicBezTo>
                    <a:pt x="196" y="384"/>
                    <a:pt x="180" y="384"/>
                    <a:pt x="174" y="384"/>
                  </a:cubicBezTo>
                  <a:cubicBezTo>
                    <a:pt x="155" y="383"/>
                    <a:pt x="158" y="381"/>
                    <a:pt x="157" y="372"/>
                  </a:cubicBezTo>
                  <a:cubicBezTo>
                    <a:pt x="159" y="356"/>
                    <a:pt x="159" y="358"/>
                    <a:pt x="173" y="357"/>
                  </a:cubicBezTo>
                  <a:cubicBezTo>
                    <a:pt x="185" y="357"/>
                    <a:pt x="219" y="357"/>
                    <a:pt x="228" y="357"/>
                  </a:cubicBezTo>
                  <a:cubicBezTo>
                    <a:pt x="242" y="358"/>
                    <a:pt x="240" y="359"/>
                    <a:pt x="240" y="371"/>
                  </a:cubicBezTo>
                  <a:cubicBezTo>
                    <a:pt x="238" y="378"/>
                    <a:pt x="241" y="381"/>
                    <a:pt x="227" y="383"/>
                  </a:cubicBezTo>
                  <a:cubicBezTo>
                    <a:pt x="225" y="383"/>
                    <a:pt x="212" y="384"/>
                    <a:pt x="212" y="384"/>
                  </a:cubicBezTo>
                  <a:cubicBezTo>
                    <a:pt x="212" y="393"/>
                    <a:pt x="212" y="393"/>
                    <a:pt x="21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53" y="393"/>
                    <a:pt x="253" y="384"/>
                  </a:cubicBezTo>
                  <a:cubicBezTo>
                    <a:pt x="253" y="375"/>
                    <a:pt x="255" y="361"/>
                    <a:pt x="255" y="361"/>
                  </a:cubicBezTo>
                  <a:cubicBezTo>
                    <a:pt x="255" y="361"/>
                    <a:pt x="255" y="351"/>
                    <a:pt x="245" y="351"/>
                  </a:cubicBezTo>
                  <a:cubicBezTo>
                    <a:pt x="236" y="351"/>
                    <a:pt x="184" y="350"/>
                    <a:pt x="163" y="351"/>
                  </a:cubicBezTo>
                  <a:cubicBezTo>
                    <a:pt x="147" y="351"/>
                    <a:pt x="146" y="354"/>
                    <a:pt x="145" y="359"/>
                  </a:cubicBezTo>
                  <a:cubicBezTo>
                    <a:pt x="144" y="366"/>
                    <a:pt x="142" y="392"/>
                    <a:pt x="138" y="390"/>
                  </a:cubicBezTo>
                  <a:cubicBezTo>
                    <a:pt x="125" y="387"/>
                    <a:pt x="128" y="386"/>
                    <a:pt x="128" y="379"/>
                  </a:cubicBezTo>
                  <a:cubicBezTo>
                    <a:pt x="129" y="369"/>
                    <a:pt x="130" y="359"/>
                    <a:pt x="132" y="350"/>
                  </a:cubicBezTo>
                  <a:cubicBezTo>
                    <a:pt x="135" y="343"/>
                    <a:pt x="136" y="339"/>
                    <a:pt x="176" y="339"/>
                  </a:cubicBezTo>
                  <a:cubicBezTo>
                    <a:pt x="195" y="339"/>
                    <a:pt x="249" y="339"/>
                    <a:pt x="249" y="339"/>
                  </a:cubicBezTo>
                  <a:cubicBezTo>
                    <a:pt x="261" y="340"/>
                    <a:pt x="265" y="340"/>
                    <a:pt x="267" y="352"/>
                  </a:cubicBezTo>
                  <a:cubicBezTo>
                    <a:pt x="269" y="369"/>
                    <a:pt x="268" y="375"/>
                    <a:pt x="267" y="388"/>
                  </a:cubicBezTo>
                  <a:close/>
                  <a:moveTo>
                    <a:pt x="146" y="306"/>
                  </a:moveTo>
                  <a:cubicBezTo>
                    <a:pt x="146" y="309"/>
                    <a:pt x="151" y="309"/>
                    <a:pt x="161" y="308"/>
                  </a:cubicBezTo>
                  <a:cubicBezTo>
                    <a:pt x="169" y="308"/>
                    <a:pt x="168" y="307"/>
                    <a:pt x="169" y="313"/>
                  </a:cubicBezTo>
                  <a:cubicBezTo>
                    <a:pt x="169" y="316"/>
                    <a:pt x="169" y="317"/>
                    <a:pt x="163" y="317"/>
                  </a:cubicBezTo>
                  <a:cubicBezTo>
                    <a:pt x="144" y="318"/>
                    <a:pt x="146" y="317"/>
                    <a:pt x="146" y="322"/>
                  </a:cubicBezTo>
                  <a:cubicBezTo>
                    <a:pt x="146" y="326"/>
                    <a:pt x="149" y="325"/>
                    <a:pt x="161" y="324"/>
                  </a:cubicBezTo>
                  <a:cubicBezTo>
                    <a:pt x="168" y="324"/>
                    <a:pt x="169" y="323"/>
                    <a:pt x="169" y="328"/>
                  </a:cubicBezTo>
                  <a:cubicBezTo>
                    <a:pt x="170" y="331"/>
                    <a:pt x="169" y="333"/>
                    <a:pt x="169" y="333"/>
                  </a:cubicBezTo>
                  <a:cubicBezTo>
                    <a:pt x="164" y="333"/>
                    <a:pt x="143" y="335"/>
                    <a:pt x="137" y="335"/>
                  </a:cubicBezTo>
                  <a:cubicBezTo>
                    <a:pt x="132" y="334"/>
                    <a:pt x="132" y="334"/>
                    <a:pt x="132" y="323"/>
                  </a:cubicBezTo>
                  <a:cubicBezTo>
                    <a:pt x="133" y="313"/>
                    <a:pt x="133" y="304"/>
                    <a:pt x="136" y="295"/>
                  </a:cubicBezTo>
                  <a:cubicBezTo>
                    <a:pt x="138" y="290"/>
                    <a:pt x="138" y="291"/>
                    <a:pt x="160" y="290"/>
                  </a:cubicBezTo>
                  <a:cubicBezTo>
                    <a:pt x="171" y="290"/>
                    <a:pt x="170" y="289"/>
                    <a:pt x="171" y="297"/>
                  </a:cubicBezTo>
                  <a:cubicBezTo>
                    <a:pt x="171" y="300"/>
                    <a:pt x="171" y="300"/>
                    <a:pt x="153" y="301"/>
                  </a:cubicBezTo>
                  <a:cubicBezTo>
                    <a:pt x="145" y="301"/>
                    <a:pt x="146" y="300"/>
                    <a:pt x="146" y="306"/>
                  </a:cubicBezTo>
                  <a:close/>
                  <a:moveTo>
                    <a:pt x="178" y="296"/>
                  </a:moveTo>
                  <a:cubicBezTo>
                    <a:pt x="177" y="295"/>
                    <a:pt x="181" y="290"/>
                    <a:pt x="183" y="289"/>
                  </a:cubicBezTo>
                  <a:cubicBezTo>
                    <a:pt x="186" y="290"/>
                    <a:pt x="193" y="294"/>
                    <a:pt x="195" y="295"/>
                  </a:cubicBezTo>
                  <a:cubicBezTo>
                    <a:pt x="196" y="295"/>
                    <a:pt x="198" y="296"/>
                    <a:pt x="201" y="298"/>
                  </a:cubicBezTo>
                  <a:cubicBezTo>
                    <a:pt x="202" y="297"/>
                    <a:pt x="203" y="296"/>
                    <a:pt x="204" y="296"/>
                  </a:cubicBezTo>
                  <a:cubicBezTo>
                    <a:pt x="206" y="295"/>
                    <a:pt x="217" y="289"/>
                    <a:pt x="220" y="289"/>
                  </a:cubicBezTo>
                  <a:cubicBezTo>
                    <a:pt x="221" y="289"/>
                    <a:pt x="225" y="296"/>
                    <a:pt x="222" y="297"/>
                  </a:cubicBezTo>
                  <a:cubicBezTo>
                    <a:pt x="219" y="300"/>
                    <a:pt x="215" y="303"/>
                    <a:pt x="212" y="304"/>
                  </a:cubicBezTo>
                  <a:cubicBezTo>
                    <a:pt x="215" y="306"/>
                    <a:pt x="218" y="307"/>
                    <a:pt x="218" y="307"/>
                  </a:cubicBezTo>
                  <a:cubicBezTo>
                    <a:pt x="223" y="309"/>
                    <a:pt x="224" y="310"/>
                    <a:pt x="223" y="315"/>
                  </a:cubicBezTo>
                  <a:cubicBezTo>
                    <a:pt x="223" y="316"/>
                    <a:pt x="221" y="318"/>
                    <a:pt x="220" y="318"/>
                  </a:cubicBezTo>
                  <a:cubicBezTo>
                    <a:pt x="218" y="319"/>
                    <a:pt x="215" y="321"/>
                    <a:pt x="213" y="322"/>
                  </a:cubicBezTo>
                  <a:cubicBezTo>
                    <a:pt x="215" y="323"/>
                    <a:pt x="217" y="324"/>
                    <a:pt x="219" y="325"/>
                  </a:cubicBezTo>
                  <a:cubicBezTo>
                    <a:pt x="227" y="329"/>
                    <a:pt x="227" y="328"/>
                    <a:pt x="224" y="333"/>
                  </a:cubicBezTo>
                  <a:cubicBezTo>
                    <a:pt x="221" y="337"/>
                    <a:pt x="216" y="335"/>
                    <a:pt x="214" y="334"/>
                  </a:cubicBezTo>
                  <a:cubicBezTo>
                    <a:pt x="213" y="333"/>
                    <a:pt x="207" y="331"/>
                    <a:pt x="201" y="327"/>
                  </a:cubicBezTo>
                  <a:cubicBezTo>
                    <a:pt x="197" y="330"/>
                    <a:pt x="192" y="332"/>
                    <a:pt x="188" y="334"/>
                  </a:cubicBezTo>
                  <a:cubicBezTo>
                    <a:pt x="182" y="337"/>
                    <a:pt x="181" y="337"/>
                    <a:pt x="179" y="334"/>
                  </a:cubicBezTo>
                  <a:cubicBezTo>
                    <a:pt x="175" y="329"/>
                    <a:pt x="178" y="329"/>
                    <a:pt x="184" y="325"/>
                  </a:cubicBezTo>
                  <a:cubicBezTo>
                    <a:pt x="184" y="325"/>
                    <a:pt x="187" y="324"/>
                    <a:pt x="189" y="322"/>
                  </a:cubicBezTo>
                  <a:cubicBezTo>
                    <a:pt x="187" y="321"/>
                    <a:pt x="184" y="320"/>
                    <a:pt x="180" y="318"/>
                  </a:cubicBezTo>
                  <a:cubicBezTo>
                    <a:pt x="180" y="317"/>
                    <a:pt x="177" y="316"/>
                    <a:pt x="177" y="314"/>
                  </a:cubicBezTo>
                  <a:cubicBezTo>
                    <a:pt x="177" y="312"/>
                    <a:pt x="176" y="310"/>
                    <a:pt x="183" y="306"/>
                  </a:cubicBezTo>
                  <a:cubicBezTo>
                    <a:pt x="185" y="305"/>
                    <a:pt x="187" y="304"/>
                    <a:pt x="189" y="303"/>
                  </a:cubicBezTo>
                  <a:cubicBezTo>
                    <a:pt x="184" y="301"/>
                    <a:pt x="180" y="299"/>
                    <a:pt x="178" y="296"/>
                  </a:cubicBezTo>
                  <a:close/>
                  <a:moveTo>
                    <a:pt x="264" y="333"/>
                  </a:moveTo>
                  <a:cubicBezTo>
                    <a:pt x="260" y="334"/>
                    <a:pt x="234" y="335"/>
                    <a:pt x="234" y="335"/>
                  </a:cubicBezTo>
                  <a:cubicBezTo>
                    <a:pt x="231" y="334"/>
                    <a:pt x="231" y="335"/>
                    <a:pt x="231" y="331"/>
                  </a:cubicBezTo>
                  <a:cubicBezTo>
                    <a:pt x="231" y="326"/>
                    <a:pt x="231" y="326"/>
                    <a:pt x="240" y="326"/>
                  </a:cubicBezTo>
                  <a:cubicBezTo>
                    <a:pt x="248" y="326"/>
                    <a:pt x="255" y="327"/>
                    <a:pt x="255" y="322"/>
                  </a:cubicBezTo>
                  <a:cubicBezTo>
                    <a:pt x="255" y="318"/>
                    <a:pt x="254" y="317"/>
                    <a:pt x="240" y="318"/>
                  </a:cubicBezTo>
                  <a:cubicBezTo>
                    <a:pt x="232" y="318"/>
                    <a:pt x="233" y="318"/>
                    <a:pt x="232" y="316"/>
                  </a:cubicBezTo>
                  <a:cubicBezTo>
                    <a:pt x="231" y="311"/>
                    <a:pt x="230" y="309"/>
                    <a:pt x="237" y="308"/>
                  </a:cubicBezTo>
                  <a:cubicBezTo>
                    <a:pt x="247" y="307"/>
                    <a:pt x="255" y="308"/>
                    <a:pt x="255" y="306"/>
                  </a:cubicBezTo>
                  <a:cubicBezTo>
                    <a:pt x="256" y="302"/>
                    <a:pt x="255" y="300"/>
                    <a:pt x="248" y="301"/>
                  </a:cubicBezTo>
                  <a:cubicBezTo>
                    <a:pt x="232" y="302"/>
                    <a:pt x="231" y="303"/>
                    <a:pt x="231" y="298"/>
                  </a:cubicBezTo>
                  <a:cubicBezTo>
                    <a:pt x="231" y="293"/>
                    <a:pt x="229" y="292"/>
                    <a:pt x="241" y="291"/>
                  </a:cubicBezTo>
                  <a:cubicBezTo>
                    <a:pt x="254" y="291"/>
                    <a:pt x="264" y="289"/>
                    <a:pt x="265" y="295"/>
                  </a:cubicBezTo>
                  <a:cubicBezTo>
                    <a:pt x="267" y="302"/>
                    <a:pt x="268" y="311"/>
                    <a:pt x="268" y="324"/>
                  </a:cubicBezTo>
                  <a:cubicBezTo>
                    <a:pt x="268" y="333"/>
                    <a:pt x="268" y="333"/>
                    <a:pt x="264" y="333"/>
                  </a:cubicBezTo>
                  <a:close/>
                  <a:moveTo>
                    <a:pt x="262" y="279"/>
                  </a:moveTo>
                  <a:cubicBezTo>
                    <a:pt x="258" y="281"/>
                    <a:pt x="241" y="259"/>
                    <a:pt x="230" y="244"/>
                  </a:cubicBezTo>
                  <a:cubicBezTo>
                    <a:pt x="226" y="239"/>
                    <a:pt x="212" y="227"/>
                    <a:pt x="199" y="226"/>
                  </a:cubicBezTo>
                  <a:cubicBezTo>
                    <a:pt x="179" y="225"/>
                    <a:pt x="153" y="259"/>
                    <a:pt x="146" y="271"/>
                  </a:cubicBezTo>
                  <a:cubicBezTo>
                    <a:pt x="142" y="276"/>
                    <a:pt x="139" y="282"/>
                    <a:pt x="133" y="279"/>
                  </a:cubicBezTo>
                  <a:cubicBezTo>
                    <a:pt x="128" y="276"/>
                    <a:pt x="128" y="276"/>
                    <a:pt x="131" y="267"/>
                  </a:cubicBezTo>
                  <a:cubicBezTo>
                    <a:pt x="136" y="254"/>
                    <a:pt x="160" y="228"/>
                    <a:pt x="171" y="220"/>
                  </a:cubicBezTo>
                  <a:cubicBezTo>
                    <a:pt x="182" y="210"/>
                    <a:pt x="184" y="209"/>
                    <a:pt x="188" y="197"/>
                  </a:cubicBezTo>
                  <a:cubicBezTo>
                    <a:pt x="190" y="174"/>
                    <a:pt x="189" y="169"/>
                    <a:pt x="183" y="168"/>
                  </a:cubicBezTo>
                  <a:cubicBezTo>
                    <a:pt x="176" y="167"/>
                    <a:pt x="147" y="163"/>
                    <a:pt x="146" y="181"/>
                  </a:cubicBezTo>
                  <a:cubicBezTo>
                    <a:pt x="145" y="196"/>
                    <a:pt x="145" y="203"/>
                    <a:pt x="145" y="209"/>
                  </a:cubicBezTo>
                  <a:cubicBezTo>
                    <a:pt x="145" y="218"/>
                    <a:pt x="145" y="216"/>
                    <a:pt x="136" y="216"/>
                  </a:cubicBezTo>
                  <a:cubicBezTo>
                    <a:pt x="130" y="216"/>
                    <a:pt x="133" y="186"/>
                    <a:pt x="133" y="166"/>
                  </a:cubicBezTo>
                  <a:cubicBezTo>
                    <a:pt x="136" y="153"/>
                    <a:pt x="144" y="155"/>
                    <a:pt x="156" y="154"/>
                  </a:cubicBezTo>
                  <a:cubicBezTo>
                    <a:pt x="162" y="155"/>
                    <a:pt x="171" y="154"/>
                    <a:pt x="175" y="154"/>
                  </a:cubicBezTo>
                  <a:cubicBezTo>
                    <a:pt x="185" y="154"/>
                    <a:pt x="188" y="149"/>
                    <a:pt x="188" y="141"/>
                  </a:cubicBezTo>
                  <a:cubicBezTo>
                    <a:pt x="189" y="132"/>
                    <a:pt x="190" y="132"/>
                    <a:pt x="197" y="131"/>
                  </a:cubicBezTo>
                  <a:cubicBezTo>
                    <a:pt x="204" y="130"/>
                    <a:pt x="203" y="135"/>
                    <a:pt x="204" y="141"/>
                  </a:cubicBezTo>
                  <a:cubicBezTo>
                    <a:pt x="207" y="151"/>
                    <a:pt x="203" y="152"/>
                    <a:pt x="218" y="153"/>
                  </a:cubicBezTo>
                  <a:cubicBezTo>
                    <a:pt x="230" y="153"/>
                    <a:pt x="239" y="153"/>
                    <a:pt x="245" y="154"/>
                  </a:cubicBezTo>
                  <a:cubicBezTo>
                    <a:pt x="257" y="155"/>
                    <a:pt x="263" y="154"/>
                    <a:pt x="264" y="172"/>
                  </a:cubicBezTo>
                  <a:cubicBezTo>
                    <a:pt x="265" y="188"/>
                    <a:pt x="269" y="202"/>
                    <a:pt x="264" y="208"/>
                  </a:cubicBezTo>
                  <a:cubicBezTo>
                    <a:pt x="262" y="210"/>
                    <a:pt x="256" y="213"/>
                    <a:pt x="252" y="213"/>
                  </a:cubicBezTo>
                  <a:cubicBezTo>
                    <a:pt x="247" y="210"/>
                    <a:pt x="258" y="176"/>
                    <a:pt x="245" y="170"/>
                  </a:cubicBezTo>
                  <a:cubicBezTo>
                    <a:pt x="237" y="166"/>
                    <a:pt x="216" y="166"/>
                    <a:pt x="209" y="169"/>
                  </a:cubicBezTo>
                  <a:cubicBezTo>
                    <a:pt x="203" y="172"/>
                    <a:pt x="206" y="184"/>
                    <a:pt x="205" y="193"/>
                  </a:cubicBezTo>
                  <a:cubicBezTo>
                    <a:pt x="205" y="200"/>
                    <a:pt x="205" y="207"/>
                    <a:pt x="219" y="217"/>
                  </a:cubicBezTo>
                  <a:cubicBezTo>
                    <a:pt x="234" y="227"/>
                    <a:pt x="247" y="240"/>
                    <a:pt x="260" y="256"/>
                  </a:cubicBezTo>
                  <a:cubicBezTo>
                    <a:pt x="268" y="264"/>
                    <a:pt x="275" y="275"/>
                    <a:pt x="262" y="279"/>
                  </a:cubicBezTo>
                  <a:close/>
                  <a:moveTo>
                    <a:pt x="270" y="85"/>
                  </a:moveTo>
                  <a:cubicBezTo>
                    <a:pt x="207" y="85"/>
                    <a:pt x="207" y="85"/>
                    <a:pt x="207" y="85"/>
                  </a:cubicBezTo>
                  <a:cubicBezTo>
                    <a:pt x="207" y="76"/>
                    <a:pt x="214" y="69"/>
                    <a:pt x="222" y="69"/>
                  </a:cubicBezTo>
                  <a:cubicBezTo>
                    <a:pt x="262" y="69"/>
                    <a:pt x="262" y="69"/>
                    <a:pt x="262" y="69"/>
                  </a:cubicBezTo>
                  <a:cubicBezTo>
                    <a:pt x="267" y="69"/>
                    <a:pt x="270" y="73"/>
                    <a:pt x="270" y="77"/>
                  </a:cubicBezTo>
                  <a:lnTo>
                    <a:pt x="270" y="85"/>
                  </a:lnTo>
                  <a:close/>
                  <a:moveTo>
                    <a:pt x="331" y="360"/>
                  </a:moveTo>
                  <a:cubicBezTo>
                    <a:pt x="328" y="363"/>
                    <a:pt x="319" y="364"/>
                    <a:pt x="317" y="367"/>
                  </a:cubicBezTo>
                  <a:cubicBezTo>
                    <a:pt x="315" y="370"/>
                    <a:pt x="316" y="391"/>
                    <a:pt x="317" y="392"/>
                  </a:cubicBezTo>
                  <a:cubicBezTo>
                    <a:pt x="319" y="394"/>
                    <a:pt x="323" y="393"/>
                    <a:pt x="330" y="392"/>
                  </a:cubicBezTo>
                  <a:cubicBezTo>
                    <a:pt x="335" y="392"/>
                    <a:pt x="336" y="407"/>
                    <a:pt x="333" y="408"/>
                  </a:cubicBezTo>
                  <a:cubicBezTo>
                    <a:pt x="329" y="409"/>
                    <a:pt x="315" y="410"/>
                    <a:pt x="307" y="411"/>
                  </a:cubicBezTo>
                  <a:cubicBezTo>
                    <a:pt x="300" y="412"/>
                    <a:pt x="295" y="412"/>
                    <a:pt x="287" y="412"/>
                  </a:cubicBezTo>
                  <a:cubicBezTo>
                    <a:pt x="280" y="412"/>
                    <a:pt x="280" y="409"/>
                    <a:pt x="280" y="403"/>
                  </a:cubicBezTo>
                  <a:cubicBezTo>
                    <a:pt x="280" y="397"/>
                    <a:pt x="279" y="395"/>
                    <a:pt x="285" y="396"/>
                  </a:cubicBezTo>
                  <a:cubicBezTo>
                    <a:pt x="291" y="396"/>
                    <a:pt x="294" y="397"/>
                    <a:pt x="300" y="392"/>
                  </a:cubicBezTo>
                  <a:cubicBezTo>
                    <a:pt x="303" y="389"/>
                    <a:pt x="301" y="381"/>
                    <a:pt x="302" y="375"/>
                  </a:cubicBezTo>
                  <a:cubicBezTo>
                    <a:pt x="301" y="370"/>
                    <a:pt x="303" y="365"/>
                    <a:pt x="295" y="367"/>
                  </a:cubicBezTo>
                  <a:cubicBezTo>
                    <a:pt x="285" y="370"/>
                    <a:pt x="284" y="371"/>
                    <a:pt x="284" y="353"/>
                  </a:cubicBezTo>
                  <a:cubicBezTo>
                    <a:pt x="284" y="347"/>
                    <a:pt x="284" y="341"/>
                    <a:pt x="284" y="336"/>
                  </a:cubicBezTo>
                  <a:cubicBezTo>
                    <a:pt x="285" y="328"/>
                    <a:pt x="283" y="323"/>
                    <a:pt x="294" y="321"/>
                  </a:cubicBezTo>
                  <a:cubicBezTo>
                    <a:pt x="299" y="320"/>
                    <a:pt x="296" y="334"/>
                    <a:pt x="296" y="341"/>
                  </a:cubicBezTo>
                  <a:cubicBezTo>
                    <a:pt x="296" y="347"/>
                    <a:pt x="295" y="354"/>
                    <a:pt x="299" y="354"/>
                  </a:cubicBezTo>
                  <a:cubicBezTo>
                    <a:pt x="308" y="355"/>
                    <a:pt x="303" y="334"/>
                    <a:pt x="303" y="317"/>
                  </a:cubicBezTo>
                  <a:cubicBezTo>
                    <a:pt x="304" y="306"/>
                    <a:pt x="301" y="301"/>
                    <a:pt x="310" y="300"/>
                  </a:cubicBezTo>
                  <a:cubicBezTo>
                    <a:pt x="318" y="298"/>
                    <a:pt x="316" y="301"/>
                    <a:pt x="317" y="311"/>
                  </a:cubicBezTo>
                  <a:cubicBezTo>
                    <a:pt x="317" y="319"/>
                    <a:pt x="316" y="350"/>
                    <a:pt x="320" y="350"/>
                  </a:cubicBezTo>
                  <a:cubicBezTo>
                    <a:pt x="328" y="349"/>
                    <a:pt x="326" y="323"/>
                    <a:pt x="326" y="319"/>
                  </a:cubicBezTo>
                  <a:cubicBezTo>
                    <a:pt x="325" y="312"/>
                    <a:pt x="324" y="309"/>
                    <a:pt x="331" y="308"/>
                  </a:cubicBezTo>
                  <a:cubicBezTo>
                    <a:pt x="337" y="308"/>
                    <a:pt x="337" y="308"/>
                    <a:pt x="338" y="314"/>
                  </a:cubicBezTo>
                  <a:cubicBezTo>
                    <a:pt x="339" y="320"/>
                    <a:pt x="339" y="326"/>
                    <a:pt x="339" y="331"/>
                  </a:cubicBezTo>
                  <a:cubicBezTo>
                    <a:pt x="339" y="337"/>
                    <a:pt x="338" y="341"/>
                    <a:pt x="337" y="348"/>
                  </a:cubicBezTo>
                  <a:cubicBezTo>
                    <a:pt x="336" y="355"/>
                    <a:pt x="333" y="358"/>
                    <a:pt x="331" y="360"/>
                  </a:cubicBezTo>
                  <a:close/>
                  <a:moveTo>
                    <a:pt x="364" y="430"/>
                  </a:moveTo>
                  <a:cubicBezTo>
                    <a:pt x="360" y="431"/>
                    <a:pt x="359" y="431"/>
                    <a:pt x="354" y="430"/>
                  </a:cubicBezTo>
                  <a:cubicBezTo>
                    <a:pt x="350" y="429"/>
                    <a:pt x="348" y="425"/>
                    <a:pt x="345" y="416"/>
                  </a:cubicBezTo>
                  <a:cubicBezTo>
                    <a:pt x="344" y="411"/>
                    <a:pt x="343" y="406"/>
                    <a:pt x="340" y="395"/>
                  </a:cubicBezTo>
                  <a:cubicBezTo>
                    <a:pt x="339" y="382"/>
                    <a:pt x="337" y="371"/>
                    <a:pt x="340" y="364"/>
                  </a:cubicBezTo>
                  <a:cubicBezTo>
                    <a:pt x="341" y="359"/>
                    <a:pt x="344" y="352"/>
                    <a:pt x="347" y="346"/>
                  </a:cubicBezTo>
                  <a:cubicBezTo>
                    <a:pt x="349" y="341"/>
                    <a:pt x="351" y="337"/>
                    <a:pt x="354" y="327"/>
                  </a:cubicBezTo>
                  <a:cubicBezTo>
                    <a:pt x="356" y="318"/>
                    <a:pt x="356" y="317"/>
                    <a:pt x="354" y="309"/>
                  </a:cubicBezTo>
                  <a:cubicBezTo>
                    <a:pt x="353" y="305"/>
                    <a:pt x="351" y="301"/>
                    <a:pt x="350" y="297"/>
                  </a:cubicBezTo>
                  <a:cubicBezTo>
                    <a:pt x="347" y="291"/>
                    <a:pt x="345" y="288"/>
                    <a:pt x="352" y="288"/>
                  </a:cubicBezTo>
                  <a:cubicBezTo>
                    <a:pt x="361" y="287"/>
                    <a:pt x="361" y="288"/>
                    <a:pt x="365" y="294"/>
                  </a:cubicBezTo>
                  <a:cubicBezTo>
                    <a:pt x="369" y="305"/>
                    <a:pt x="369" y="309"/>
                    <a:pt x="370" y="312"/>
                  </a:cubicBezTo>
                  <a:cubicBezTo>
                    <a:pt x="371" y="320"/>
                    <a:pt x="370" y="329"/>
                    <a:pt x="363" y="345"/>
                  </a:cubicBezTo>
                  <a:cubicBezTo>
                    <a:pt x="356" y="359"/>
                    <a:pt x="353" y="365"/>
                    <a:pt x="354" y="379"/>
                  </a:cubicBezTo>
                  <a:cubicBezTo>
                    <a:pt x="355" y="394"/>
                    <a:pt x="358" y="410"/>
                    <a:pt x="360" y="416"/>
                  </a:cubicBezTo>
                  <a:cubicBezTo>
                    <a:pt x="362" y="420"/>
                    <a:pt x="367" y="429"/>
                    <a:pt x="364" y="430"/>
                  </a:cubicBezTo>
                  <a:close/>
                  <a:moveTo>
                    <a:pt x="387" y="409"/>
                  </a:moveTo>
                  <a:cubicBezTo>
                    <a:pt x="390" y="419"/>
                    <a:pt x="396" y="428"/>
                    <a:pt x="392" y="429"/>
                  </a:cubicBezTo>
                  <a:cubicBezTo>
                    <a:pt x="389" y="430"/>
                    <a:pt x="383" y="429"/>
                    <a:pt x="381" y="427"/>
                  </a:cubicBezTo>
                  <a:cubicBezTo>
                    <a:pt x="377" y="423"/>
                    <a:pt x="373" y="415"/>
                    <a:pt x="371" y="402"/>
                  </a:cubicBezTo>
                  <a:cubicBezTo>
                    <a:pt x="369" y="388"/>
                    <a:pt x="367" y="379"/>
                    <a:pt x="369" y="366"/>
                  </a:cubicBezTo>
                  <a:cubicBezTo>
                    <a:pt x="373" y="347"/>
                    <a:pt x="383" y="341"/>
                    <a:pt x="385" y="325"/>
                  </a:cubicBezTo>
                  <a:cubicBezTo>
                    <a:pt x="385" y="315"/>
                    <a:pt x="384" y="312"/>
                    <a:pt x="383" y="307"/>
                  </a:cubicBezTo>
                  <a:cubicBezTo>
                    <a:pt x="380" y="300"/>
                    <a:pt x="371" y="288"/>
                    <a:pt x="382" y="288"/>
                  </a:cubicBezTo>
                  <a:cubicBezTo>
                    <a:pt x="388" y="288"/>
                    <a:pt x="388" y="289"/>
                    <a:pt x="391" y="291"/>
                  </a:cubicBezTo>
                  <a:cubicBezTo>
                    <a:pt x="395" y="294"/>
                    <a:pt x="399" y="308"/>
                    <a:pt x="400" y="316"/>
                  </a:cubicBezTo>
                  <a:cubicBezTo>
                    <a:pt x="401" y="327"/>
                    <a:pt x="395" y="339"/>
                    <a:pt x="391" y="349"/>
                  </a:cubicBezTo>
                  <a:cubicBezTo>
                    <a:pt x="387" y="361"/>
                    <a:pt x="382" y="367"/>
                    <a:pt x="382" y="378"/>
                  </a:cubicBezTo>
                  <a:cubicBezTo>
                    <a:pt x="383" y="386"/>
                    <a:pt x="384" y="396"/>
                    <a:pt x="387" y="409"/>
                  </a:cubicBezTo>
                  <a:close/>
                  <a:moveTo>
                    <a:pt x="424" y="337"/>
                  </a:moveTo>
                  <a:cubicBezTo>
                    <a:pt x="419" y="357"/>
                    <a:pt x="414" y="354"/>
                    <a:pt x="410" y="376"/>
                  </a:cubicBezTo>
                  <a:cubicBezTo>
                    <a:pt x="410" y="384"/>
                    <a:pt x="415" y="402"/>
                    <a:pt x="417" y="409"/>
                  </a:cubicBezTo>
                  <a:cubicBezTo>
                    <a:pt x="418" y="415"/>
                    <a:pt x="424" y="428"/>
                    <a:pt x="421" y="429"/>
                  </a:cubicBezTo>
                  <a:cubicBezTo>
                    <a:pt x="418" y="429"/>
                    <a:pt x="411" y="428"/>
                    <a:pt x="409" y="426"/>
                  </a:cubicBezTo>
                  <a:cubicBezTo>
                    <a:pt x="405" y="423"/>
                    <a:pt x="402" y="411"/>
                    <a:pt x="401" y="406"/>
                  </a:cubicBezTo>
                  <a:cubicBezTo>
                    <a:pt x="398" y="394"/>
                    <a:pt x="393" y="373"/>
                    <a:pt x="402" y="355"/>
                  </a:cubicBezTo>
                  <a:cubicBezTo>
                    <a:pt x="405" y="350"/>
                    <a:pt x="409" y="342"/>
                    <a:pt x="411" y="328"/>
                  </a:cubicBezTo>
                  <a:cubicBezTo>
                    <a:pt x="411" y="309"/>
                    <a:pt x="410" y="307"/>
                    <a:pt x="407" y="298"/>
                  </a:cubicBezTo>
                  <a:cubicBezTo>
                    <a:pt x="405" y="293"/>
                    <a:pt x="402" y="289"/>
                    <a:pt x="407" y="289"/>
                  </a:cubicBezTo>
                  <a:cubicBezTo>
                    <a:pt x="421" y="289"/>
                    <a:pt x="420" y="293"/>
                    <a:pt x="424" y="302"/>
                  </a:cubicBezTo>
                  <a:cubicBezTo>
                    <a:pt x="426" y="313"/>
                    <a:pt x="427" y="318"/>
                    <a:pt x="424" y="337"/>
                  </a:cubicBezTo>
                  <a:close/>
                  <a:moveTo>
                    <a:pt x="420" y="272"/>
                  </a:moveTo>
                  <a:cubicBezTo>
                    <a:pt x="413" y="275"/>
                    <a:pt x="413" y="271"/>
                    <a:pt x="413" y="260"/>
                  </a:cubicBezTo>
                  <a:cubicBezTo>
                    <a:pt x="413" y="253"/>
                    <a:pt x="414" y="231"/>
                    <a:pt x="404" y="227"/>
                  </a:cubicBezTo>
                  <a:cubicBezTo>
                    <a:pt x="396" y="223"/>
                    <a:pt x="388" y="223"/>
                    <a:pt x="386" y="226"/>
                  </a:cubicBezTo>
                  <a:cubicBezTo>
                    <a:pt x="385" y="228"/>
                    <a:pt x="385" y="267"/>
                    <a:pt x="385" y="267"/>
                  </a:cubicBezTo>
                  <a:cubicBezTo>
                    <a:pt x="385" y="276"/>
                    <a:pt x="381" y="275"/>
                    <a:pt x="377" y="274"/>
                  </a:cubicBezTo>
                  <a:cubicBezTo>
                    <a:pt x="369" y="272"/>
                    <a:pt x="370" y="267"/>
                    <a:pt x="370" y="260"/>
                  </a:cubicBezTo>
                  <a:cubicBezTo>
                    <a:pt x="370" y="253"/>
                    <a:pt x="370" y="227"/>
                    <a:pt x="369" y="225"/>
                  </a:cubicBezTo>
                  <a:cubicBezTo>
                    <a:pt x="368" y="224"/>
                    <a:pt x="353" y="223"/>
                    <a:pt x="350" y="239"/>
                  </a:cubicBezTo>
                  <a:cubicBezTo>
                    <a:pt x="348" y="254"/>
                    <a:pt x="346" y="264"/>
                    <a:pt x="346" y="267"/>
                  </a:cubicBezTo>
                  <a:cubicBezTo>
                    <a:pt x="345" y="269"/>
                    <a:pt x="345" y="271"/>
                    <a:pt x="344" y="272"/>
                  </a:cubicBezTo>
                  <a:cubicBezTo>
                    <a:pt x="341" y="273"/>
                    <a:pt x="335" y="274"/>
                    <a:pt x="334" y="272"/>
                  </a:cubicBezTo>
                  <a:cubicBezTo>
                    <a:pt x="333" y="267"/>
                    <a:pt x="334" y="258"/>
                    <a:pt x="335" y="249"/>
                  </a:cubicBezTo>
                  <a:cubicBezTo>
                    <a:pt x="337" y="239"/>
                    <a:pt x="339" y="232"/>
                    <a:pt x="342" y="223"/>
                  </a:cubicBezTo>
                  <a:cubicBezTo>
                    <a:pt x="343" y="217"/>
                    <a:pt x="359" y="214"/>
                    <a:pt x="367" y="210"/>
                  </a:cubicBezTo>
                  <a:cubicBezTo>
                    <a:pt x="373" y="209"/>
                    <a:pt x="371" y="201"/>
                    <a:pt x="369" y="200"/>
                  </a:cubicBezTo>
                  <a:cubicBezTo>
                    <a:pt x="367" y="200"/>
                    <a:pt x="356" y="201"/>
                    <a:pt x="350" y="202"/>
                  </a:cubicBezTo>
                  <a:cubicBezTo>
                    <a:pt x="346" y="202"/>
                    <a:pt x="342" y="205"/>
                    <a:pt x="338" y="198"/>
                  </a:cubicBezTo>
                  <a:cubicBezTo>
                    <a:pt x="336" y="194"/>
                    <a:pt x="336" y="190"/>
                    <a:pt x="346" y="190"/>
                  </a:cubicBezTo>
                  <a:cubicBezTo>
                    <a:pt x="360" y="189"/>
                    <a:pt x="360" y="189"/>
                    <a:pt x="360" y="189"/>
                  </a:cubicBezTo>
                  <a:cubicBezTo>
                    <a:pt x="360" y="189"/>
                    <a:pt x="370" y="188"/>
                    <a:pt x="371" y="187"/>
                  </a:cubicBezTo>
                  <a:cubicBezTo>
                    <a:pt x="371" y="184"/>
                    <a:pt x="371" y="179"/>
                    <a:pt x="373" y="175"/>
                  </a:cubicBezTo>
                  <a:cubicBezTo>
                    <a:pt x="374" y="174"/>
                    <a:pt x="378" y="175"/>
                    <a:pt x="381" y="175"/>
                  </a:cubicBezTo>
                  <a:cubicBezTo>
                    <a:pt x="386" y="177"/>
                    <a:pt x="384" y="177"/>
                    <a:pt x="385" y="183"/>
                  </a:cubicBezTo>
                  <a:cubicBezTo>
                    <a:pt x="385" y="186"/>
                    <a:pt x="384" y="187"/>
                    <a:pt x="401" y="187"/>
                  </a:cubicBezTo>
                  <a:cubicBezTo>
                    <a:pt x="414" y="186"/>
                    <a:pt x="423" y="185"/>
                    <a:pt x="422" y="190"/>
                  </a:cubicBezTo>
                  <a:cubicBezTo>
                    <a:pt x="422" y="192"/>
                    <a:pt x="422" y="197"/>
                    <a:pt x="421" y="198"/>
                  </a:cubicBezTo>
                  <a:cubicBezTo>
                    <a:pt x="419" y="200"/>
                    <a:pt x="416" y="199"/>
                    <a:pt x="410" y="200"/>
                  </a:cubicBezTo>
                  <a:cubicBezTo>
                    <a:pt x="402" y="200"/>
                    <a:pt x="388" y="200"/>
                    <a:pt x="386" y="201"/>
                  </a:cubicBezTo>
                  <a:cubicBezTo>
                    <a:pt x="384" y="201"/>
                    <a:pt x="385" y="204"/>
                    <a:pt x="385" y="206"/>
                  </a:cubicBezTo>
                  <a:cubicBezTo>
                    <a:pt x="386" y="208"/>
                    <a:pt x="385" y="208"/>
                    <a:pt x="393" y="210"/>
                  </a:cubicBezTo>
                  <a:cubicBezTo>
                    <a:pt x="419" y="218"/>
                    <a:pt x="419" y="217"/>
                    <a:pt x="423" y="234"/>
                  </a:cubicBezTo>
                  <a:cubicBezTo>
                    <a:pt x="426" y="248"/>
                    <a:pt x="426" y="256"/>
                    <a:pt x="426" y="261"/>
                  </a:cubicBezTo>
                  <a:cubicBezTo>
                    <a:pt x="426" y="266"/>
                    <a:pt x="428" y="269"/>
                    <a:pt x="420" y="2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3" name="Freeform 33"/>
            <p:cNvSpPr/>
            <p:nvPr/>
          </p:nvSpPr>
          <p:spPr bwMode="auto">
            <a:xfrm>
              <a:off x="5405917" y="1461284"/>
              <a:ext cx="135281" cy="129523"/>
            </a:xfrm>
            <a:custGeom>
              <a:avLst/>
              <a:gdLst>
                <a:gd name="T0" fmla="*/ 10 w 20"/>
                <a:gd name="T1" fmla="*/ 18 h 19"/>
                <a:gd name="T2" fmla="*/ 17 w 20"/>
                <a:gd name="T3" fmla="*/ 17 h 19"/>
                <a:gd name="T4" fmla="*/ 18 w 20"/>
                <a:gd name="T5" fmla="*/ 5 h 19"/>
                <a:gd name="T6" fmla="*/ 4 w 20"/>
                <a:gd name="T7" fmla="*/ 1 h 19"/>
                <a:gd name="T8" fmla="*/ 0 w 20"/>
                <a:gd name="T9" fmla="*/ 5 h 19"/>
                <a:gd name="T10" fmla="*/ 10 w 20"/>
                <a:gd name="T11" fmla="*/ 1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9">
                  <a:moveTo>
                    <a:pt x="10" y="18"/>
                  </a:moveTo>
                  <a:cubicBezTo>
                    <a:pt x="17" y="17"/>
                    <a:pt x="17" y="17"/>
                    <a:pt x="17" y="17"/>
                  </a:cubicBezTo>
                  <a:cubicBezTo>
                    <a:pt x="20" y="17"/>
                    <a:pt x="20" y="12"/>
                    <a:pt x="18" y="5"/>
                  </a:cubicBezTo>
                  <a:cubicBezTo>
                    <a:pt x="16" y="0"/>
                    <a:pt x="10" y="0"/>
                    <a:pt x="4" y="1"/>
                  </a:cubicBezTo>
                  <a:cubicBezTo>
                    <a:pt x="1" y="1"/>
                    <a:pt x="0" y="1"/>
                    <a:pt x="0" y="5"/>
                  </a:cubicBezTo>
                  <a:cubicBezTo>
                    <a:pt x="3" y="19"/>
                    <a:pt x="3" y="17"/>
                    <a:pt x="10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  <p:sp>
          <p:nvSpPr>
            <p:cNvPr id="34" name="Freeform 34"/>
            <p:cNvSpPr/>
            <p:nvPr/>
          </p:nvSpPr>
          <p:spPr bwMode="auto">
            <a:xfrm>
              <a:off x="5072034" y="1475677"/>
              <a:ext cx="120888" cy="115132"/>
            </a:xfrm>
            <a:custGeom>
              <a:avLst/>
              <a:gdLst>
                <a:gd name="T0" fmla="*/ 3 w 18"/>
                <a:gd name="T1" fmla="*/ 17 h 17"/>
                <a:gd name="T2" fmla="*/ 8 w 18"/>
                <a:gd name="T3" fmla="*/ 16 h 17"/>
                <a:gd name="T4" fmla="*/ 18 w 18"/>
                <a:gd name="T5" fmla="*/ 3 h 17"/>
                <a:gd name="T6" fmla="*/ 8 w 18"/>
                <a:gd name="T7" fmla="*/ 1 h 17"/>
                <a:gd name="T8" fmla="*/ 2 w 18"/>
                <a:gd name="T9" fmla="*/ 6 h 17"/>
                <a:gd name="T10" fmla="*/ 3 w 18"/>
                <a:gd name="T1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7">
                  <a:moveTo>
                    <a:pt x="3" y="17"/>
                  </a:moveTo>
                  <a:cubicBezTo>
                    <a:pt x="8" y="16"/>
                    <a:pt x="8" y="16"/>
                    <a:pt x="8" y="16"/>
                  </a:cubicBezTo>
                  <a:cubicBezTo>
                    <a:pt x="17" y="16"/>
                    <a:pt x="17" y="11"/>
                    <a:pt x="18" y="3"/>
                  </a:cubicBezTo>
                  <a:cubicBezTo>
                    <a:pt x="18" y="0"/>
                    <a:pt x="13" y="0"/>
                    <a:pt x="8" y="1"/>
                  </a:cubicBezTo>
                  <a:cubicBezTo>
                    <a:pt x="3" y="2"/>
                    <a:pt x="3" y="2"/>
                    <a:pt x="2" y="6"/>
                  </a:cubicBezTo>
                  <a:cubicBezTo>
                    <a:pt x="1" y="9"/>
                    <a:pt x="0" y="16"/>
                    <a:pt x="3" y="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350">
                <a:solidFill>
                  <a:prstClr val="black"/>
                </a:solidFill>
                <a:latin typeface="Garamond" pitchFamily="18" charset="0"/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016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8" descr="深大正门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/>
          <p:cNvSpPr/>
          <p:nvPr userDrawn="1"/>
        </p:nvSpPr>
        <p:spPr bwMode="auto">
          <a:xfrm>
            <a:off x="0" y="-1"/>
            <a:ext cx="9144000" cy="6858001"/>
          </a:xfrm>
          <a:prstGeom prst="rect">
            <a:avLst/>
          </a:prstGeom>
          <a:gradFill>
            <a:gsLst>
              <a:gs pos="100000">
                <a:schemeClr val="bg2">
                  <a:alpha val="66000"/>
                </a:schemeClr>
              </a:gs>
              <a:gs pos="0">
                <a:schemeClr val="bg1">
                  <a:alpha val="39000"/>
                </a:schemeClr>
              </a:gs>
            </a:gsLst>
            <a:lin ang="5400000" scaled="1"/>
          </a:gra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800">
              <a:solidFill>
                <a:srgbClr val="FFFF00"/>
              </a:solidFill>
              <a:latin typeface="Garamond" pitchFamily="18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16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027" name="文本占位符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srgbClr val="775F55"/>
              </a:solidFill>
              <a:ea typeface="楷体_GB2312" pitchFamily="49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1">
              <a:solidFill>
                <a:srgbClr val="775F55"/>
              </a:solidFill>
              <a:ea typeface="楷体_GB2312" pitchFamily="49" charset="-122"/>
            </a:endParaRPr>
          </a:p>
        </p:txBody>
      </p:sp>
      <p:sp>
        <p:nvSpPr>
          <p:cNvPr id="7" name="矩形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615E82-7C14-4CF7-8074-CBBA35F3984A}" type="slidenum">
              <a:rPr lang="zh-CN" altLang="en-US">
                <a:ea typeface="楷体_GB2312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055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华文仿宋" pitchFamily="2" charset="-122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671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88640"/>
            <a:ext cx="8540750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数据集</a:t>
            </a:r>
            <a:endParaRPr lang="zh-CN" altLang="en-US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422224" y="1700808"/>
            <a:ext cx="8136904" cy="189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网盘下载：</a:t>
            </a:r>
            <a:endParaRPr lang="en-US" altLang="zh-CN" sz="20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通过网盘分享的文件：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cifar-10-python.tar.gz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链接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https://pan.baidu.com/s/1V7DX8Bv7Mgo8MhiOZPw0LQ?pwd=0802 </a:t>
            </a:r>
            <a:endParaRPr lang="en-US" altLang="zh-C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提取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0802 --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来自百度网盘超级会员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v7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的分享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24" y="3861048"/>
            <a:ext cx="7380952" cy="2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1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23862" y="235260"/>
            <a:ext cx="8531225" cy="9906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卷积神经网络基本架构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11560" y="1628800"/>
            <a:ext cx="7956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400" dirty="0" smtClean="0"/>
              <a:t>常用的结构范式为：</a:t>
            </a:r>
            <a:endParaRPr lang="zh-CN" altLang="en-US" sz="2400" dirty="0"/>
          </a:p>
        </p:txBody>
      </p:sp>
      <p:grpSp>
        <p:nvGrpSpPr>
          <p:cNvPr id="6" name="组合 5"/>
          <p:cNvGrpSpPr/>
          <p:nvPr/>
        </p:nvGrpSpPr>
        <p:grpSpPr>
          <a:xfrm>
            <a:off x="755576" y="2276872"/>
            <a:ext cx="8034912" cy="1656080"/>
            <a:chOff x="696394" y="1927964"/>
            <a:chExt cx="8034912" cy="1656080"/>
          </a:xfrm>
        </p:grpSpPr>
        <p:sp>
          <p:nvSpPr>
            <p:cNvPr id="7" name="椭圆 6"/>
            <p:cNvSpPr/>
            <p:nvPr/>
          </p:nvSpPr>
          <p:spPr>
            <a:xfrm>
              <a:off x="2168476" y="2260600"/>
              <a:ext cx="950909" cy="99080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err="1">
                  <a:solidFill>
                    <a:schemeClr val="tx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Conv</a:t>
              </a:r>
              <a:endPara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+</a:t>
              </a:r>
            </a:p>
            <a:p>
              <a:pPr algn="ctr"/>
              <a:r>
                <a:rPr lang="en-US" altLang="zh-CN" sz="14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ReLU</a:t>
              </a:r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662696" y="2366437"/>
              <a:ext cx="795306" cy="82867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Pool </a:t>
              </a:r>
              <a:r>
                <a:rPr lang="en-US" altLang="zh-CN" sz="2000" b="1" dirty="0" smtClean="0">
                  <a:solidFill>
                    <a:srgbClr val="0000FF"/>
                  </a:solidFill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?</a:t>
              </a:r>
              <a:endParaRPr lang="zh-CN" altLang="en-US" sz="2000" b="1" dirty="0">
                <a:solidFill>
                  <a:srgbClr val="0000FF"/>
                </a:solidFill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pic>
          <p:nvPicPr>
            <p:cNvPr id="9" name="Picture 6" descr="https://ss1.bdstatic.com/70cFvXSh_Q1YnxGkpoWK1HF6hhy/it/u=3632789765,2546969310&amp;fm=200&amp;gp=0.jpg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889" t="3607" r="18561" b="11036"/>
            <a:stretch>
              <a:fillRect/>
            </a:stretch>
          </p:blipFill>
          <p:spPr bwMode="auto">
            <a:xfrm>
              <a:off x="696394" y="2341667"/>
              <a:ext cx="945863" cy="970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/>
            <p:cNvSpPr/>
            <p:nvPr/>
          </p:nvSpPr>
          <p:spPr>
            <a:xfrm>
              <a:off x="5065276" y="2316897"/>
              <a:ext cx="858418" cy="8782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FC</a:t>
              </a:r>
            </a:p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+</a:t>
              </a:r>
            </a:p>
            <a:p>
              <a:pPr algn="ctr"/>
              <a:r>
                <a:rPr lang="en-US" altLang="zh-CN" sz="14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ReLU</a:t>
              </a:r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342474" y="2517310"/>
              <a:ext cx="1181715" cy="47739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FC/</a:t>
              </a:r>
              <a:r>
                <a: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S</a:t>
              </a:r>
              <a:r>
                <a:rPr lang="en-US" altLang="zh-CN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oftmax</a:t>
              </a:r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2" name="右箭头 11"/>
            <p:cNvSpPr/>
            <p:nvPr/>
          </p:nvSpPr>
          <p:spPr>
            <a:xfrm>
              <a:off x="3348825" y="2756005"/>
              <a:ext cx="190182" cy="405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3" name="右箭头 12"/>
            <p:cNvSpPr/>
            <p:nvPr/>
          </p:nvSpPr>
          <p:spPr>
            <a:xfrm>
              <a:off x="1788112" y="2756005"/>
              <a:ext cx="190182" cy="405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4" name="右箭头 13"/>
            <p:cNvSpPr/>
            <p:nvPr/>
          </p:nvSpPr>
          <p:spPr>
            <a:xfrm>
              <a:off x="4741587" y="2756005"/>
              <a:ext cx="190182" cy="405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5" name="右箭头 14"/>
            <p:cNvSpPr/>
            <p:nvPr/>
          </p:nvSpPr>
          <p:spPr>
            <a:xfrm>
              <a:off x="6057201" y="2756005"/>
              <a:ext cx="190182" cy="405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6" name="右箭头 15"/>
            <p:cNvSpPr/>
            <p:nvPr/>
          </p:nvSpPr>
          <p:spPr>
            <a:xfrm>
              <a:off x="7647878" y="2756005"/>
              <a:ext cx="190182" cy="405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2078207" y="2168719"/>
              <a:ext cx="2478447" cy="1174570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945154" y="2172278"/>
              <a:ext cx="3045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N</a:t>
              </a:r>
              <a:endPara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537540" y="2157001"/>
              <a:ext cx="3786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M</a:t>
              </a:r>
              <a:endPara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876815" y="2163639"/>
              <a:ext cx="2839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K</a:t>
              </a:r>
              <a:endPara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969444" y="1927964"/>
              <a:ext cx="284480" cy="16560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8011290" y="2019338"/>
              <a:ext cx="184666" cy="1846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8011290" y="2271684"/>
              <a:ext cx="184666" cy="184666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8011290" y="3061248"/>
              <a:ext cx="184666" cy="1846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8011290" y="3320520"/>
              <a:ext cx="184666" cy="1846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8011290" y="2550965"/>
              <a:ext cx="184666" cy="1846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 rot="5400000">
              <a:off x="7974705" y="2729163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…</a:t>
              </a:r>
              <a:endParaRPr lang="zh-CN" altLang="en-US" sz="1600" b="1" dirty="0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227642" y="2168719"/>
              <a:ext cx="5036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  <a:sym typeface="+mn-lt"/>
                </a:rPr>
                <a:t>dog</a:t>
              </a:r>
              <a:endParaRPr lang="zh-CN" altLang="en-US" sz="1600" b="1" dirty="0"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11559" y="4244049"/>
            <a:ext cx="8106920" cy="1034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其中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为重复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次数，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 &gt;= 0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(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通常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&lt;= 3 ),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K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&gt;= 0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(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通常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K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&lt; 3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)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例如：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N=3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M=1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K=2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情况下的网络结构为</a:t>
            </a:r>
            <a:r>
              <a:rPr lang="zh-CN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：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/>
              <p:cNvSpPr txBox="1"/>
              <p:nvPr/>
            </p:nvSpPr>
            <p:spPr>
              <a:xfrm>
                <a:off x="486504" y="5467103"/>
                <a:ext cx="8357031" cy="246221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input</m:t>
                    </m:r>
                    <m: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conv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relu</m:t>
                        </m:r>
                      </m:e>
                    </m:d>
                    <m: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conv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relu</m:t>
                        </m:r>
                      </m:e>
                    </m:d>
                    <m: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conv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relu</m:t>
                        </m:r>
                      </m:e>
                    </m:d>
                    <m: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pool</m:t>
                    </m:r>
                    <m: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FC</m:t>
                    </m:r>
                    <m: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relu</m:t>
                    </m:r>
                    <m: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sz="1600" dirty="0">
                    <a:solidFill>
                      <a:srgbClr val="0066FF"/>
                    </a:solidFill>
                    <a:latin typeface="Microsoft YaHei UI Light" panose="020B0502040204020203" pitchFamily="34" charset="-122"/>
                    <a:ea typeface="微软雅黑 Light" panose="020B0502040204020203" pitchFamily="34" charset="-122"/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 i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FC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600" i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relu</m:t>
                        </m:r>
                      </m:e>
                    </m:d>
                    <m: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FC</m:t>
                    </m:r>
                    <m: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output</m:t>
                    </m:r>
                  </m:oMath>
                </a14:m>
                <a:endParaRPr lang="zh-CN" altLang="en-US" sz="1600" dirty="0">
                  <a:solidFill>
                    <a:srgbClr val="0066FF"/>
                  </a:solidFill>
                  <a:latin typeface="Microsoft YaHei UI Light" panose="020B0502040204020203" pitchFamily="34" charset="-122"/>
                  <a:ea typeface="微软雅黑 Light" panose="020B0502040204020203" pitchFamily="34" charset="-122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504" y="5467103"/>
                <a:ext cx="8357031" cy="246221"/>
              </a:xfrm>
              <a:prstGeom prst="rect">
                <a:avLst/>
              </a:prstGeom>
              <a:blipFill rotWithShape="0">
                <a:blip r:embed="rId3"/>
                <a:stretch>
                  <a:fillRect r="-511" b="-35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529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sz="quarter" idx="1"/>
          </p:nvPr>
        </p:nvSpPr>
        <p:spPr>
          <a:xfrm>
            <a:off x="157291" y="1628801"/>
            <a:ext cx="8447157" cy="43204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定义卷积层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卷积层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xmlns="" id="{9EC95D5C-8930-3CDE-BE9A-E30797A51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49" y="2218842"/>
            <a:ext cx="7703768" cy="4550749"/>
          </a:xfrm>
          <a:prstGeom prst="rect">
            <a:avLst/>
          </a:prstGeom>
          <a:ln>
            <a:solidFill>
              <a:srgbClr val="19326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xmlns="" id="{F0EAD1AF-7F28-84F1-4738-F0609C135A18}"/>
                  </a:ext>
                </a:extLst>
              </p:cNvPr>
              <p:cNvSpPr txBox="1"/>
              <p:nvPr/>
            </p:nvSpPr>
            <p:spPr>
              <a:xfrm>
                <a:off x="5508104" y="2470287"/>
                <a:ext cx="243759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b="1" dirty="0" smtClean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输入尺寸是</a:t>
                </a:r>
                <a:r>
                  <a:rPr lang="en-US" altLang="zh-CN" b="1" dirty="0" smtClean="0">
                    <a:solidFill>
                      <a:srgbClr val="FF0000"/>
                    </a:solidFill>
                    <a:latin typeface="+mn-ea"/>
                    <a:cs typeface="Times New Roman" panose="02020603050405020304" pitchFamily="18" charset="0"/>
                  </a:rPr>
                  <a:t>:</a:t>
                </a:r>
                <a:endParaRPr lang="en-US" altLang="zh-CN" b="1" dirty="0">
                  <a:solidFill>
                    <a:srgbClr val="FF0000"/>
                  </a:solidFill>
                  <a:latin typeface="+mn-ea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>
                          <a:solidFill>
                            <a:srgbClr val="FF0000"/>
                          </a:solidFill>
                          <a:latin typeface="+mn-ea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n-US" altLang="zh-CN" b="1" i="1" dirty="0">
                          <a:solidFill>
                            <a:srgbClr val="FF0000"/>
                          </a:solidFill>
                          <a:latin typeface="+mn-ea"/>
                          <a:cs typeface="Calibri" panose="020F0502020204030204" pitchFamily="34" charset="0"/>
                        </a:rPr>
                        <m:t>𝑵</m:t>
                      </m:r>
                      <m:r>
                        <a:rPr lang="en-US" altLang="zh-CN" b="1" i="1" dirty="0">
                          <a:solidFill>
                            <a:srgbClr val="FF0000"/>
                          </a:solidFill>
                          <a:latin typeface="+mn-ea"/>
                          <a:cs typeface="Calibri" panose="020F0502020204030204" pitchFamily="34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+mn-ea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+mn-ea"/>
                              <a:cs typeface="Calibri" panose="020F0502020204030204" pitchFamily="3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+mn-ea"/>
                              <a:cs typeface="Calibri" panose="020F0502020204030204" pitchFamily="34" charset="0"/>
                            </a:rPr>
                            <m:t>𝒊𝒏</m:t>
                          </m:r>
                        </m:sub>
                      </m:sSub>
                      <m:r>
                        <a:rPr lang="en-US" altLang="zh-CN" b="1" i="1" dirty="0">
                          <a:solidFill>
                            <a:srgbClr val="FF0000"/>
                          </a:solidFill>
                          <a:latin typeface="+mn-ea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en-US" altLang="zh-CN" b="1" i="1" dirty="0">
                          <a:solidFill>
                            <a:srgbClr val="FF0000"/>
                          </a:solidFill>
                          <a:latin typeface="+mn-ea"/>
                          <a:cs typeface="Calibri" panose="020F0502020204030204" pitchFamily="34" charset="0"/>
                        </a:rPr>
                        <m:t>𝑯</m:t>
                      </m:r>
                      <m:r>
                        <a:rPr lang="en-US" altLang="zh-CN" b="1" i="1" dirty="0">
                          <a:solidFill>
                            <a:srgbClr val="FF0000"/>
                          </a:solidFill>
                          <a:latin typeface="+mn-ea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en-US" altLang="zh-CN" b="1" i="1" dirty="0">
                          <a:solidFill>
                            <a:srgbClr val="FF0000"/>
                          </a:solidFill>
                          <a:latin typeface="+mn-ea"/>
                          <a:cs typeface="Calibri" panose="020F0502020204030204" pitchFamily="34" charset="0"/>
                        </a:rPr>
                        <m:t>𝑾</m:t>
                      </m:r>
                      <m:r>
                        <a:rPr lang="en-US" altLang="zh-CN" b="1" i="1" dirty="0">
                          <a:solidFill>
                            <a:srgbClr val="FF0000"/>
                          </a:solidFill>
                          <a:latin typeface="+mn-ea"/>
                          <a:cs typeface="Calibri" panose="020F0502020204030204" pitchFamily="34" charset="0"/>
                        </a:rPr>
                        <m:t>]</m:t>
                      </m:r>
                    </m:oMath>
                  </m:oMathPara>
                </a14:m>
                <a:endParaRPr lang="x-none" b="1" dirty="0" err="1">
                  <a:solidFill>
                    <a:srgbClr val="FF0000"/>
                  </a:solidFill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0EAD1AF-7F28-84F1-4738-F0609C135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470287"/>
                <a:ext cx="2437593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2256" t="-3774" b="-94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4">
            <a:extLst>
              <a:ext uri="{FF2B5EF4-FFF2-40B4-BE49-F238E27FC236}">
                <a16:creationId xmlns:a16="http://schemas.microsoft.com/office/drawing/2014/main" xmlns="" id="{B0C84AEC-16B1-1D17-A18C-142D5B53918B}"/>
              </a:ext>
            </a:extLst>
          </p:cNvPr>
          <p:cNvCxnSpPr>
            <a:cxnSpLocks/>
          </p:cNvCxnSpPr>
          <p:nvPr/>
        </p:nvCxnSpPr>
        <p:spPr>
          <a:xfrm flipH="1" flipV="1">
            <a:off x="4550628" y="2636912"/>
            <a:ext cx="832067" cy="2445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42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池化层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xmlns="" id="{53895F4A-0D96-4B4F-ACC9-AC1670FE9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2420888"/>
            <a:ext cx="5750835" cy="3456384"/>
          </a:xfrm>
          <a:prstGeom prst="rect">
            <a:avLst/>
          </a:prstGeom>
          <a:ln w="19050">
            <a:solidFill>
              <a:srgbClr val="193260"/>
            </a:solidFill>
          </a:ln>
        </p:spPr>
      </p:pic>
      <p:sp>
        <p:nvSpPr>
          <p:cNvPr id="6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157291" y="1628801"/>
            <a:ext cx="8447157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9088" indent="-319088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Aft>
                <a:spcPts val="0"/>
              </a:spcAft>
            </a:pPr>
            <a:r>
              <a:rPr lang="en-US" altLang="zh-C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定义池化层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26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 bwMode="auto">
          <a:xfrm>
            <a:off x="323528" y="260648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  <a:ea typeface="华文仿宋" pitchFamily="2" charset="-122"/>
              </a:defRPr>
            </a:lvl9pPr>
          </a:lstStyle>
          <a:p>
            <a:r>
              <a:rPr lang="zh-CN" alt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网络模型构建示例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00808"/>
            <a:ext cx="6552728" cy="44887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5085184"/>
            <a:ext cx="4264968" cy="1472604"/>
          </a:xfrm>
          <a:prstGeom prst="rect">
            <a:avLst/>
          </a:prstGeom>
          <a:ln>
            <a:solidFill>
              <a:srgbClr val="0066FF"/>
            </a:solidFill>
          </a:ln>
        </p:spPr>
      </p:pic>
    </p:spTree>
    <p:extLst>
      <p:ext uri="{BB962C8B-B14F-4D97-AF65-F5344CB8AC3E}">
        <p14:creationId xmlns:p14="http://schemas.microsoft.com/office/powerpoint/2010/main" val="169921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_中性">
  <a:themeElements>
    <a:clrScheme name="中性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中性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中性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中性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3786</TotalTime>
  <Words>129</Words>
  <Application>Microsoft Office PowerPoint</Application>
  <PresentationFormat>全屏显示(4:3)</PresentationFormat>
  <Paragraphs>29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Microsoft YaHei UI Light</vt:lpstr>
      <vt:lpstr>黑体</vt:lpstr>
      <vt:lpstr>华文仿宋</vt:lpstr>
      <vt:lpstr>楷体_GB2312</vt:lpstr>
      <vt:lpstr>宋体</vt:lpstr>
      <vt:lpstr>微软雅黑</vt:lpstr>
      <vt:lpstr>微软雅黑 Light</vt:lpstr>
      <vt:lpstr>Arial</vt:lpstr>
      <vt:lpstr>Calibri</vt:lpstr>
      <vt:lpstr>Cambria Math</vt:lpstr>
      <vt:lpstr>Garamond</vt:lpstr>
      <vt:lpstr>Times New Roman</vt:lpstr>
      <vt:lpstr>Tw Cen MT</vt:lpstr>
      <vt:lpstr>Wingdings</vt:lpstr>
      <vt:lpstr>Wingdings 2</vt:lpstr>
      <vt:lpstr>3_中性</vt:lpstr>
      <vt:lpstr>自定义设计方案</vt:lpstr>
      <vt:lpstr>数据集</vt:lpstr>
      <vt:lpstr>卷积神经网络基本架构</vt:lpstr>
      <vt:lpstr>卷积层</vt:lpstr>
      <vt:lpstr>池化层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</dc:creator>
  <cp:lastModifiedBy>Microsoft 帐户</cp:lastModifiedBy>
  <cp:revision>127</cp:revision>
  <cp:lastPrinted>2021-09-07T02:05:01Z</cp:lastPrinted>
  <dcterms:created xsi:type="dcterms:W3CDTF">2018-03-15T08:43:47Z</dcterms:created>
  <dcterms:modified xsi:type="dcterms:W3CDTF">2026-04-22T05:55:31Z</dcterms:modified>
</cp:coreProperties>
</file>