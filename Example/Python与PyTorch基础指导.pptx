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Override1.xml" ContentType="application/vnd.openxmlformats-officedocument.themeOverrid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  <p:sldMasterId id="2147484080" r:id="rId2"/>
  </p:sldMasterIdLst>
  <p:notesMasterIdLst>
    <p:notesMasterId r:id="rId23"/>
  </p:notesMasterIdLst>
  <p:handoutMasterIdLst>
    <p:handoutMasterId r:id="rId24"/>
  </p:handoutMasterIdLst>
  <p:sldIdLst>
    <p:sldId id="370" r:id="rId3"/>
    <p:sldId id="448" r:id="rId4"/>
    <p:sldId id="371" r:id="rId5"/>
    <p:sldId id="458" r:id="rId6"/>
    <p:sldId id="459" r:id="rId7"/>
    <p:sldId id="464" r:id="rId8"/>
    <p:sldId id="465" r:id="rId9"/>
    <p:sldId id="466" r:id="rId10"/>
    <p:sldId id="462" r:id="rId11"/>
    <p:sldId id="449" r:id="rId12"/>
    <p:sldId id="450" r:id="rId13"/>
    <p:sldId id="451" r:id="rId14"/>
    <p:sldId id="452" r:id="rId15"/>
    <p:sldId id="453" r:id="rId16"/>
    <p:sldId id="454" r:id="rId17"/>
    <p:sldId id="455" r:id="rId18"/>
    <p:sldId id="456" r:id="rId19"/>
    <p:sldId id="457" r:id="rId20"/>
    <p:sldId id="460" r:id="rId21"/>
    <p:sldId id="461" r:id="rId22"/>
  </p:sldIdLst>
  <p:sldSz cx="9144000" cy="6858000" type="screen4x3"/>
  <p:notesSz cx="9928225" cy="679767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281FA1"/>
    <a:srgbClr val="7AB0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580" autoAdjust="0"/>
    <p:restoredTop sz="94660"/>
  </p:normalViewPr>
  <p:slideViewPr>
    <p:cSldViewPr>
      <p:cViewPr varScale="1">
        <p:scale>
          <a:sx n="128" d="100"/>
          <a:sy n="128" d="100"/>
        </p:scale>
        <p:origin x="1762" y="8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23697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A4C09-21EC-4612-A6F8-5F0404919ACA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23697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077C34-5E7E-4620-B369-68063F1033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77005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23697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BED282-395E-43CC-8490-96C3130DDD24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400425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2823" y="3228896"/>
            <a:ext cx="794258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23697" y="6456612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F82E36-604D-440E-9CC0-23EE60B4CB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5325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gif"/><Relationship Id="rId7" Type="http://schemas.microsoft.com/office/2007/relationships/hdphoto" Target="../media/hdphoto1.wdp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white">
          <a:xfrm>
            <a:off x="0" y="5970588"/>
            <a:ext cx="9144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-9525" y="6053138"/>
            <a:ext cx="2249488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2359025" y="6043613"/>
            <a:ext cx="6784975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7" name="日期占位符 27"/>
          <p:cNvSpPr>
            <a:spLocks noGrp="1"/>
          </p:cNvSpPr>
          <p:nvPr>
            <p:ph type="dt" sz="half" idx="10"/>
          </p:nvPr>
        </p:nvSpPr>
        <p:spPr>
          <a:xfrm>
            <a:off x="76200" y="6069013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页脚占位符 16"/>
          <p:cNvSpPr>
            <a:spLocks noGrp="1"/>
          </p:cNvSpPr>
          <p:nvPr>
            <p:ph type="ftr" sz="quarter" idx="11"/>
          </p:nvPr>
        </p:nvSpPr>
        <p:spPr>
          <a:xfrm>
            <a:off x="2085975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CN">
              <a:solidFill>
                <a:srgbClr val="EBDDC3"/>
              </a:solidFill>
            </a:endParaRPr>
          </a:p>
        </p:txBody>
      </p:sp>
      <p:sp>
        <p:nvSpPr>
          <p:cNvPr id="11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D58BB4DD-E2EE-40CB-BB18-A63FC30D9039}" type="slidenum">
              <a:rPr lang="zh-CN" altLang="en-US">
                <a:solidFill>
                  <a:srgbClr val="EBDDC3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EBDDC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88976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6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3D176B-8FD8-4437-A847-A3358D9ABBC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2523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7" name="日期占位符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8" name="灯片编号占位符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5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8341BF26-56E3-4F02-8723-FB4B3713AFF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页脚占位符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83076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6" name="灯片编号占位符 9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7BCBB0C1-2F01-486E-AEAB-7153F9066F6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页脚占位符 11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3441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3" name="内容占位符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7" name="日期占位符 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8" name="灯片编号占位符 11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91C5BA65-34EB-4B4D-B75A-F3277416BE6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页脚占位符 13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4010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4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5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4349C4-11AE-4F0C-A8B2-CF732D9B560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5730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63D1B8F6-91C2-4957-A1A8-A1E326FB5B73}" type="slidenum">
              <a:rPr lang="zh-CN" altLang="en-US">
                <a:solidFill>
                  <a:srgbClr val="775F55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775F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8741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6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7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3FE24E-6D3D-4682-A903-27F6246C9A9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9219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 bwMode="white">
          <a:xfrm>
            <a:off x="-9525" y="4572000"/>
            <a:ext cx="9144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-9525" y="4664075"/>
            <a:ext cx="1463675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544638" y="4654550"/>
            <a:ext cx="7599362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/>
        </p:nvSpPr>
        <p:spPr bwMode="white">
          <a:xfrm>
            <a:off x="1447800" y="0"/>
            <a:ext cx="100013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noProof="0" smtClean="0"/>
              <a:t>单击图标添加图片</a:t>
            </a:r>
            <a:endParaRPr lang="en-US" noProof="0" dirty="0"/>
          </a:p>
        </p:txBody>
      </p:sp>
      <p:sp>
        <p:nvSpPr>
          <p:cNvPr id="9" name="日期占位符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10" name="灯片编号占位符 12"/>
          <p:cNvSpPr>
            <a:spLocks noGrp="1"/>
          </p:cNvSpPr>
          <p:nvPr>
            <p:ph type="sldNum" sz="quarter" idx="11"/>
          </p:nvPr>
        </p:nvSpPr>
        <p:spPr>
          <a:xfrm>
            <a:off x="0" y="4667250"/>
            <a:ext cx="1447800" cy="663575"/>
          </a:xfrm>
        </p:spPr>
        <p:txBody>
          <a:bodyPr rtlCol="0"/>
          <a:lstStyle>
            <a:lvl1pPr>
              <a:defRPr sz="2800"/>
            </a:lvl1pPr>
          </a:lstStyle>
          <a:p>
            <a:pPr>
              <a:defRPr/>
            </a:pPr>
            <a:fld id="{0D024CEE-048B-4CE3-BE78-5C769D40DA7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1" name="页脚占位符 13"/>
          <p:cNvSpPr>
            <a:spLocks noGrp="1"/>
          </p:cNvSpPr>
          <p:nvPr>
            <p:ph type="ftr" sz="quarter" idx="12"/>
          </p:nvPr>
        </p:nvSpPr>
        <p:spPr>
          <a:xfrm>
            <a:off x="1600200" y="6248400"/>
            <a:ext cx="4572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1078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6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C582C1-4AC1-48E4-9E4F-7E049E9947F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7335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white">
          <a:xfrm>
            <a:off x="6096000" y="0"/>
            <a:ext cx="320675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209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57200" y="6248400"/>
            <a:ext cx="55737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3CCF1C-8E7C-44A6-A3F0-FB7738E7154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06427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800600" y="190500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800600" y="403860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7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8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930286-1086-45A9-B2A8-D5AAFA67CFE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7705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6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7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AC6A9E-2D61-4648-A03F-8360CBC08BB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56966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矩形 2"/>
          <p:cNvSpPr>
            <a:spLocks noChangeArrowheads="1"/>
          </p:cNvSpPr>
          <p:nvPr userDrawn="1"/>
        </p:nvSpPr>
        <p:spPr bwMode="auto">
          <a:xfrm>
            <a:off x="0" y="0"/>
            <a:ext cx="9144000" cy="6920755"/>
          </a:xfrm>
          <a:prstGeom prst="rect">
            <a:avLst/>
          </a:prstGeom>
          <a:solidFill>
            <a:schemeClr val="bg1">
              <a:alpha val="87057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800">
              <a:solidFill>
                <a:prstClr val="black"/>
              </a:solidFill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xmlns="" id="{720C76DF-70E8-45D9-B220-5F891C428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47" y="205884"/>
            <a:ext cx="6629400" cy="1143000"/>
          </a:xfrm>
          <a:prstGeom prst="rect">
            <a:avLst/>
          </a:prstGeom>
        </p:spPr>
        <p:txBody>
          <a:bodyPr/>
          <a:lstStyle>
            <a:lvl1pPr algn="l">
              <a:defRPr kumimoji="1" lang="zh-CN" altLang="en-US" sz="4000" b="1" dirty="0">
                <a:solidFill>
                  <a:srgbClr val="FF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黑体" pitchFamily="49" charset="-122"/>
                <a:cs typeface="Arial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xmlns="" id="{1CC97FA2-A371-4A35-9CAA-A58172F0F25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8641" y="1412776"/>
            <a:ext cx="8568952" cy="5184576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000066"/>
              </a:buClr>
              <a:buSzPct val="80000"/>
              <a:buFontTx/>
              <a:buBlip>
                <a:blip r:embed="rId3"/>
              </a:buBlip>
              <a:defRPr kumimoji="1" lang="zh-CN" altLang="en-US" sz="3200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742950" indent="-285750">
              <a:spcBef>
                <a:spcPts val="1200"/>
              </a:spcBef>
              <a:buClr>
                <a:srgbClr val="000066"/>
              </a:buClr>
              <a:buSzPct val="80000"/>
              <a:defRPr kumimoji="1" lang="zh-CN" altLang="en-US" sz="3000" b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ts val="1200"/>
              </a:spcBef>
              <a:buClr>
                <a:srgbClr val="000066"/>
              </a:buClr>
              <a:buSzPct val="80000"/>
              <a:defRPr kumimoji="1" lang="zh-CN" altLang="en-US" sz="2800" b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703388" indent="-331788">
              <a:buClr>
                <a:srgbClr val="000066"/>
              </a:buClr>
              <a:buSzPct val="80000"/>
              <a:buFont typeface="Wingdings" panose="05000000000000000000" pitchFamily="2" charset="2"/>
              <a:buChar char="l"/>
              <a:defRPr sz="2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buClr>
                <a:srgbClr val="000066"/>
              </a:buClr>
              <a:buSzPct val="80000"/>
              <a:defRPr sz="2400" b="1"/>
            </a:lvl5pPr>
          </a:lstStyle>
          <a:p>
            <a:pPr marL="342900" lvl="0" indent="-3429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Pct val="80000"/>
              <a:buFontTx/>
              <a:buBlip>
                <a:blip r:embed="rId3"/>
              </a:buBlip>
            </a:pPr>
            <a:r>
              <a:rPr lang="zh-CN" altLang="en-US" dirty="0"/>
              <a:t>单击此处编辑母版文本样式</a:t>
            </a:r>
          </a:p>
          <a:p>
            <a:pPr marL="742950" lvl="1" indent="-28575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Pct val="80000"/>
              <a:buBlip>
                <a:blip r:embed="rId4"/>
              </a:buBlip>
            </a:pPr>
            <a:r>
              <a:rPr lang="zh-CN" altLang="en-US" dirty="0"/>
              <a:t>第二级</a:t>
            </a:r>
          </a:p>
          <a:p>
            <a:pPr marL="1255713" lvl="2" indent="-341313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Pct val="80000"/>
              <a:buBlip>
                <a:blip r:embed="rId5"/>
              </a:buBlip>
            </a:pPr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pic>
        <p:nvPicPr>
          <p:cNvPr id="6" name="图片 4" descr="bar.jpg">
            <a:extLst>
              <a:ext uri="{FF2B5EF4-FFF2-40B4-BE49-F238E27FC236}">
                <a16:creationId xmlns:a16="http://schemas.microsoft.com/office/drawing/2014/main" xmlns="" id="{C2CC6AEC-5E2F-4173-93D1-1F172FCC4C0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6493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1" y="1097848"/>
            <a:ext cx="9144000" cy="127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7" name="图片 7">
            <a:extLst>
              <a:ext uri="{FF2B5EF4-FFF2-40B4-BE49-F238E27FC236}">
                <a16:creationId xmlns:a16="http://schemas.microsoft.com/office/drawing/2014/main" xmlns="" id="{C748BDF2-2383-49E1-BBA8-890749E44B5D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879976" y="0"/>
            <a:ext cx="1264024" cy="384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灯片编号占位符 3">
            <a:extLst>
              <a:ext uri="{FF2B5EF4-FFF2-40B4-BE49-F238E27FC236}">
                <a16:creationId xmlns:a16="http://schemas.microsoft.com/office/drawing/2014/main" xmlns="" id="{51D8410E-C442-46B1-AB70-B2B881795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F79E1AD-631B-414E-B41B-7066BE129458}" type="slidenum">
              <a:rPr lang="en-US" altLang="zh-CN" sz="2800">
                <a:solidFill>
                  <a:srgbClr val="FFFF00"/>
                </a:solidFill>
                <a:latin typeface="Garamond" pitchFamily="18" charset="0"/>
                <a:ea typeface="黑体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 sz="2800">
              <a:solidFill>
                <a:srgbClr val="FFFF00"/>
              </a:solidFill>
              <a:latin typeface="Garamond" pitchFamily="18" charset="0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665343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矩形 2"/>
          <p:cNvSpPr>
            <a:spLocks noChangeArrowheads="1"/>
          </p:cNvSpPr>
          <p:nvPr userDrawn="1"/>
        </p:nvSpPr>
        <p:spPr bwMode="auto">
          <a:xfrm>
            <a:off x="0" y="0"/>
            <a:ext cx="9144000" cy="6920755"/>
          </a:xfrm>
          <a:prstGeom prst="rect">
            <a:avLst/>
          </a:prstGeom>
          <a:solidFill>
            <a:schemeClr val="bg1">
              <a:alpha val="87057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75414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矩形 2"/>
          <p:cNvSpPr>
            <a:spLocks noChangeArrowheads="1"/>
          </p:cNvSpPr>
          <p:nvPr userDrawn="1"/>
        </p:nvSpPr>
        <p:spPr bwMode="auto">
          <a:xfrm>
            <a:off x="0" y="0"/>
            <a:ext cx="9144000" cy="6920755"/>
          </a:xfrm>
          <a:prstGeom prst="rect">
            <a:avLst/>
          </a:prstGeom>
          <a:solidFill>
            <a:schemeClr val="bg1">
              <a:alpha val="87057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800">
              <a:solidFill>
                <a:prstClr val="black"/>
              </a:solidFill>
            </a:endParaRPr>
          </a:p>
        </p:txBody>
      </p:sp>
      <p:pic>
        <p:nvPicPr>
          <p:cNvPr id="4" name="图片 7">
            <a:extLst>
              <a:ext uri="{FF2B5EF4-FFF2-40B4-BE49-F238E27FC236}">
                <a16:creationId xmlns:a16="http://schemas.microsoft.com/office/drawing/2014/main" xmlns="" id="{0A24DDCD-0B3F-44CB-855C-1F0BCDA0C37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79976" y="0"/>
            <a:ext cx="1264024" cy="384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086008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691515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矩形 2"/>
          <p:cNvSpPr/>
          <p:nvPr userDrawn="1"/>
        </p:nvSpPr>
        <p:spPr>
          <a:xfrm>
            <a:off x="-3966" y="0"/>
            <a:ext cx="9144000" cy="6869721"/>
          </a:xfrm>
          <a:prstGeom prst="rect">
            <a:avLst/>
          </a:prstGeom>
          <a:gradFill>
            <a:gsLst>
              <a:gs pos="24000">
                <a:srgbClr val="FFFFFF">
                  <a:alpha val="44000"/>
                </a:srgbClr>
              </a:gs>
              <a:gs pos="0">
                <a:schemeClr val="bg1">
                  <a:alpha val="0"/>
                </a:schemeClr>
              </a:gs>
              <a:gs pos="69000">
                <a:schemeClr val="bg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prstClr val="white"/>
              </a:solidFill>
            </a:endParaRPr>
          </a:p>
        </p:txBody>
      </p:sp>
      <p:grpSp>
        <p:nvGrpSpPr>
          <p:cNvPr id="4" name="组合 3"/>
          <p:cNvGrpSpPr/>
          <p:nvPr userDrawn="1"/>
        </p:nvGrpSpPr>
        <p:grpSpPr>
          <a:xfrm>
            <a:off x="6029325" y="-1"/>
            <a:ext cx="6026735" cy="6858001"/>
            <a:chOff x="1502936" y="-740618"/>
            <a:chExt cx="6188355" cy="6185476"/>
          </a:xfrm>
          <a:solidFill>
            <a:srgbClr val="940A40">
              <a:alpha val="16000"/>
            </a:srgbClr>
          </a:solidFill>
        </p:grpSpPr>
        <p:sp>
          <p:nvSpPr>
            <p:cNvPr id="5" name="Freeform 5"/>
            <p:cNvSpPr/>
            <p:nvPr/>
          </p:nvSpPr>
          <p:spPr bwMode="auto">
            <a:xfrm>
              <a:off x="4764056" y="-426883"/>
              <a:ext cx="538243" cy="584295"/>
            </a:xfrm>
            <a:custGeom>
              <a:avLst/>
              <a:gdLst>
                <a:gd name="T0" fmla="*/ 59 w 79"/>
                <a:gd name="T1" fmla="*/ 63 h 86"/>
                <a:gd name="T2" fmla="*/ 28 w 79"/>
                <a:gd name="T3" fmla="*/ 84 h 86"/>
                <a:gd name="T4" fmla="*/ 2 w 79"/>
                <a:gd name="T5" fmla="*/ 60 h 86"/>
                <a:gd name="T6" fmla="*/ 10 w 79"/>
                <a:gd name="T7" fmla="*/ 11 h 86"/>
                <a:gd name="T8" fmla="*/ 1 w 79"/>
                <a:gd name="T9" fmla="*/ 2 h 86"/>
                <a:gd name="T10" fmla="*/ 4 w 79"/>
                <a:gd name="T11" fmla="*/ 0 h 86"/>
                <a:gd name="T12" fmla="*/ 19 w 79"/>
                <a:gd name="T13" fmla="*/ 3 h 86"/>
                <a:gd name="T14" fmla="*/ 35 w 79"/>
                <a:gd name="T15" fmla="*/ 5 h 86"/>
                <a:gd name="T16" fmla="*/ 37 w 79"/>
                <a:gd name="T17" fmla="*/ 7 h 86"/>
                <a:gd name="T18" fmla="*/ 26 w 79"/>
                <a:gd name="T19" fmla="*/ 13 h 86"/>
                <a:gd name="T20" fmla="*/ 19 w 79"/>
                <a:gd name="T21" fmla="*/ 62 h 86"/>
                <a:gd name="T22" fmla="*/ 33 w 79"/>
                <a:gd name="T23" fmla="*/ 81 h 86"/>
                <a:gd name="T24" fmla="*/ 56 w 79"/>
                <a:gd name="T25" fmla="*/ 63 h 86"/>
                <a:gd name="T26" fmla="*/ 61 w 79"/>
                <a:gd name="T27" fmla="*/ 30 h 86"/>
                <a:gd name="T28" fmla="*/ 55 w 79"/>
                <a:gd name="T29" fmla="*/ 11 h 86"/>
                <a:gd name="T30" fmla="*/ 52 w 79"/>
                <a:gd name="T31" fmla="*/ 9 h 86"/>
                <a:gd name="T32" fmla="*/ 54 w 79"/>
                <a:gd name="T33" fmla="*/ 8 h 86"/>
                <a:gd name="T34" fmla="*/ 66 w 79"/>
                <a:gd name="T35" fmla="*/ 10 h 86"/>
                <a:gd name="T36" fmla="*/ 77 w 79"/>
                <a:gd name="T37" fmla="*/ 12 h 86"/>
                <a:gd name="T38" fmla="*/ 79 w 79"/>
                <a:gd name="T39" fmla="*/ 13 h 86"/>
                <a:gd name="T40" fmla="*/ 75 w 79"/>
                <a:gd name="T41" fmla="*/ 15 h 86"/>
                <a:gd name="T42" fmla="*/ 64 w 79"/>
                <a:gd name="T43" fmla="*/ 30 h 86"/>
                <a:gd name="T44" fmla="*/ 59 w 79"/>
                <a:gd name="T45" fmla="*/ 6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9" h="86">
                  <a:moveTo>
                    <a:pt x="59" y="63"/>
                  </a:moveTo>
                  <a:cubicBezTo>
                    <a:pt x="56" y="80"/>
                    <a:pt x="43" y="86"/>
                    <a:pt x="28" y="84"/>
                  </a:cubicBezTo>
                  <a:cubicBezTo>
                    <a:pt x="10" y="81"/>
                    <a:pt x="0" y="71"/>
                    <a:pt x="2" y="60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1" y="2"/>
                    <a:pt x="1" y="5"/>
                    <a:pt x="1" y="2"/>
                  </a:cubicBezTo>
                  <a:cubicBezTo>
                    <a:pt x="2" y="1"/>
                    <a:pt x="2" y="0"/>
                    <a:pt x="4" y="0"/>
                  </a:cubicBezTo>
                  <a:cubicBezTo>
                    <a:pt x="10" y="1"/>
                    <a:pt x="15" y="2"/>
                    <a:pt x="19" y="3"/>
                  </a:cubicBezTo>
                  <a:cubicBezTo>
                    <a:pt x="24" y="4"/>
                    <a:pt x="29" y="4"/>
                    <a:pt x="35" y="5"/>
                  </a:cubicBezTo>
                  <a:cubicBezTo>
                    <a:pt x="37" y="6"/>
                    <a:pt x="37" y="6"/>
                    <a:pt x="37" y="7"/>
                  </a:cubicBezTo>
                  <a:cubicBezTo>
                    <a:pt x="37" y="10"/>
                    <a:pt x="28" y="4"/>
                    <a:pt x="26" y="13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7" y="71"/>
                    <a:pt x="24" y="80"/>
                    <a:pt x="33" y="81"/>
                  </a:cubicBezTo>
                  <a:cubicBezTo>
                    <a:pt x="45" y="83"/>
                    <a:pt x="54" y="77"/>
                    <a:pt x="56" y="63"/>
                  </a:cubicBezTo>
                  <a:cubicBezTo>
                    <a:pt x="61" y="30"/>
                    <a:pt x="61" y="30"/>
                    <a:pt x="61" y="30"/>
                  </a:cubicBezTo>
                  <a:cubicBezTo>
                    <a:pt x="63" y="20"/>
                    <a:pt x="60" y="14"/>
                    <a:pt x="55" y="11"/>
                  </a:cubicBezTo>
                  <a:cubicBezTo>
                    <a:pt x="54" y="11"/>
                    <a:pt x="52" y="10"/>
                    <a:pt x="52" y="9"/>
                  </a:cubicBezTo>
                  <a:cubicBezTo>
                    <a:pt x="52" y="9"/>
                    <a:pt x="52" y="8"/>
                    <a:pt x="54" y="8"/>
                  </a:cubicBezTo>
                  <a:cubicBezTo>
                    <a:pt x="57" y="9"/>
                    <a:pt x="61" y="10"/>
                    <a:pt x="66" y="10"/>
                  </a:cubicBezTo>
                  <a:cubicBezTo>
                    <a:pt x="70" y="11"/>
                    <a:pt x="75" y="11"/>
                    <a:pt x="77" y="12"/>
                  </a:cubicBezTo>
                  <a:cubicBezTo>
                    <a:pt x="79" y="12"/>
                    <a:pt x="79" y="13"/>
                    <a:pt x="79" y="13"/>
                  </a:cubicBezTo>
                  <a:cubicBezTo>
                    <a:pt x="79" y="14"/>
                    <a:pt x="77" y="14"/>
                    <a:pt x="75" y="15"/>
                  </a:cubicBezTo>
                  <a:cubicBezTo>
                    <a:pt x="70" y="15"/>
                    <a:pt x="65" y="20"/>
                    <a:pt x="64" y="30"/>
                  </a:cubicBezTo>
                  <a:lnTo>
                    <a:pt x="59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6" name="Freeform 6"/>
            <p:cNvSpPr/>
            <p:nvPr/>
          </p:nvSpPr>
          <p:spPr bwMode="auto">
            <a:xfrm>
              <a:off x="5247611" y="-297359"/>
              <a:ext cx="731090" cy="687914"/>
            </a:xfrm>
            <a:custGeom>
              <a:avLst/>
              <a:gdLst>
                <a:gd name="T0" fmla="*/ 21 w 107"/>
                <a:gd name="T1" fmla="*/ 61 h 101"/>
                <a:gd name="T2" fmla="*/ 22 w 107"/>
                <a:gd name="T3" fmla="*/ 76 h 101"/>
                <a:gd name="T4" fmla="*/ 27 w 107"/>
                <a:gd name="T5" fmla="*/ 81 h 101"/>
                <a:gd name="T6" fmla="*/ 25 w 107"/>
                <a:gd name="T7" fmla="*/ 81 h 101"/>
                <a:gd name="T8" fmla="*/ 13 w 107"/>
                <a:gd name="T9" fmla="*/ 76 h 101"/>
                <a:gd name="T10" fmla="*/ 1 w 107"/>
                <a:gd name="T11" fmla="*/ 71 h 101"/>
                <a:gd name="T12" fmla="*/ 0 w 107"/>
                <a:gd name="T13" fmla="*/ 69 h 101"/>
                <a:gd name="T14" fmla="*/ 7 w 107"/>
                <a:gd name="T15" fmla="*/ 70 h 101"/>
                <a:gd name="T16" fmla="*/ 19 w 107"/>
                <a:gd name="T17" fmla="*/ 59 h 101"/>
                <a:gd name="T18" fmla="*/ 39 w 107"/>
                <a:gd name="T19" fmla="*/ 14 h 101"/>
                <a:gd name="T20" fmla="*/ 32 w 107"/>
                <a:gd name="T21" fmla="*/ 3 h 101"/>
                <a:gd name="T22" fmla="*/ 30 w 107"/>
                <a:gd name="T23" fmla="*/ 1 h 101"/>
                <a:gd name="T24" fmla="*/ 32 w 107"/>
                <a:gd name="T25" fmla="*/ 0 h 101"/>
                <a:gd name="T26" fmla="*/ 43 w 107"/>
                <a:gd name="T27" fmla="*/ 5 h 101"/>
                <a:gd name="T28" fmla="*/ 55 w 107"/>
                <a:gd name="T29" fmla="*/ 11 h 101"/>
                <a:gd name="T30" fmla="*/ 71 w 107"/>
                <a:gd name="T31" fmla="*/ 74 h 101"/>
                <a:gd name="T32" fmla="*/ 72 w 107"/>
                <a:gd name="T33" fmla="*/ 74 h 101"/>
                <a:gd name="T34" fmla="*/ 85 w 107"/>
                <a:gd name="T35" fmla="*/ 43 h 101"/>
                <a:gd name="T36" fmla="*/ 84 w 107"/>
                <a:gd name="T37" fmla="*/ 27 h 101"/>
                <a:gd name="T38" fmla="*/ 80 w 107"/>
                <a:gd name="T39" fmla="*/ 23 h 101"/>
                <a:gd name="T40" fmla="*/ 82 w 107"/>
                <a:gd name="T41" fmla="*/ 22 h 101"/>
                <a:gd name="T42" fmla="*/ 93 w 107"/>
                <a:gd name="T43" fmla="*/ 28 h 101"/>
                <a:gd name="T44" fmla="*/ 105 w 107"/>
                <a:gd name="T45" fmla="*/ 33 h 101"/>
                <a:gd name="T46" fmla="*/ 106 w 107"/>
                <a:gd name="T47" fmla="*/ 34 h 101"/>
                <a:gd name="T48" fmla="*/ 100 w 107"/>
                <a:gd name="T49" fmla="*/ 34 h 101"/>
                <a:gd name="T50" fmla="*/ 88 w 107"/>
                <a:gd name="T51" fmla="*/ 44 h 101"/>
                <a:gd name="T52" fmla="*/ 64 w 107"/>
                <a:gd name="T53" fmla="*/ 97 h 101"/>
                <a:gd name="T54" fmla="*/ 62 w 107"/>
                <a:gd name="T55" fmla="*/ 100 h 101"/>
                <a:gd name="T56" fmla="*/ 60 w 107"/>
                <a:gd name="T57" fmla="*/ 97 h 101"/>
                <a:gd name="T58" fmla="*/ 40 w 107"/>
                <a:gd name="T59" fmla="*/ 19 h 101"/>
                <a:gd name="T60" fmla="*/ 40 w 107"/>
                <a:gd name="T61" fmla="*/ 19 h 101"/>
                <a:gd name="T62" fmla="*/ 21 w 107"/>
                <a:gd name="T63" fmla="*/ 61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07" h="101">
                  <a:moveTo>
                    <a:pt x="21" y="61"/>
                  </a:moveTo>
                  <a:cubicBezTo>
                    <a:pt x="18" y="69"/>
                    <a:pt x="20" y="74"/>
                    <a:pt x="22" y="76"/>
                  </a:cubicBezTo>
                  <a:cubicBezTo>
                    <a:pt x="24" y="79"/>
                    <a:pt x="28" y="79"/>
                    <a:pt x="27" y="81"/>
                  </a:cubicBezTo>
                  <a:cubicBezTo>
                    <a:pt x="26" y="82"/>
                    <a:pt x="26" y="82"/>
                    <a:pt x="25" y="81"/>
                  </a:cubicBezTo>
                  <a:cubicBezTo>
                    <a:pt x="21" y="80"/>
                    <a:pt x="17" y="78"/>
                    <a:pt x="13" y="76"/>
                  </a:cubicBezTo>
                  <a:cubicBezTo>
                    <a:pt x="9" y="74"/>
                    <a:pt x="5" y="73"/>
                    <a:pt x="1" y="71"/>
                  </a:cubicBezTo>
                  <a:cubicBezTo>
                    <a:pt x="0" y="70"/>
                    <a:pt x="0" y="70"/>
                    <a:pt x="0" y="69"/>
                  </a:cubicBezTo>
                  <a:cubicBezTo>
                    <a:pt x="1" y="67"/>
                    <a:pt x="3" y="70"/>
                    <a:pt x="7" y="70"/>
                  </a:cubicBezTo>
                  <a:cubicBezTo>
                    <a:pt x="10" y="70"/>
                    <a:pt x="15" y="68"/>
                    <a:pt x="19" y="59"/>
                  </a:cubicBezTo>
                  <a:cubicBezTo>
                    <a:pt x="39" y="14"/>
                    <a:pt x="39" y="14"/>
                    <a:pt x="39" y="14"/>
                  </a:cubicBezTo>
                  <a:cubicBezTo>
                    <a:pt x="38" y="8"/>
                    <a:pt x="35" y="5"/>
                    <a:pt x="32" y="3"/>
                  </a:cubicBezTo>
                  <a:cubicBezTo>
                    <a:pt x="31" y="2"/>
                    <a:pt x="30" y="2"/>
                    <a:pt x="30" y="1"/>
                  </a:cubicBezTo>
                  <a:cubicBezTo>
                    <a:pt x="31" y="0"/>
                    <a:pt x="31" y="0"/>
                    <a:pt x="32" y="0"/>
                  </a:cubicBezTo>
                  <a:cubicBezTo>
                    <a:pt x="36" y="2"/>
                    <a:pt x="39" y="4"/>
                    <a:pt x="43" y="5"/>
                  </a:cubicBezTo>
                  <a:cubicBezTo>
                    <a:pt x="55" y="11"/>
                    <a:pt x="55" y="11"/>
                    <a:pt x="55" y="11"/>
                  </a:cubicBezTo>
                  <a:cubicBezTo>
                    <a:pt x="71" y="74"/>
                    <a:pt x="71" y="74"/>
                    <a:pt x="71" y="74"/>
                  </a:cubicBezTo>
                  <a:cubicBezTo>
                    <a:pt x="72" y="74"/>
                    <a:pt x="72" y="74"/>
                    <a:pt x="72" y="74"/>
                  </a:cubicBezTo>
                  <a:cubicBezTo>
                    <a:pt x="85" y="43"/>
                    <a:pt x="85" y="43"/>
                    <a:pt x="85" y="43"/>
                  </a:cubicBezTo>
                  <a:cubicBezTo>
                    <a:pt x="89" y="35"/>
                    <a:pt x="87" y="30"/>
                    <a:pt x="84" y="27"/>
                  </a:cubicBezTo>
                  <a:cubicBezTo>
                    <a:pt x="82" y="25"/>
                    <a:pt x="79" y="24"/>
                    <a:pt x="80" y="23"/>
                  </a:cubicBezTo>
                  <a:cubicBezTo>
                    <a:pt x="80" y="22"/>
                    <a:pt x="80" y="22"/>
                    <a:pt x="82" y="22"/>
                  </a:cubicBezTo>
                  <a:cubicBezTo>
                    <a:pt x="85" y="24"/>
                    <a:pt x="89" y="26"/>
                    <a:pt x="93" y="28"/>
                  </a:cubicBezTo>
                  <a:cubicBezTo>
                    <a:pt x="98" y="29"/>
                    <a:pt x="102" y="31"/>
                    <a:pt x="105" y="33"/>
                  </a:cubicBezTo>
                  <a:cubicBezTo>
                    <a:pt x="107" y="33"/>
                    <a:pt x="106" y="34"/>
                    <a:pt x="106" y="34"/>
                  </a:cubicBezTo>
                  <a:cubicBezTo>
                    <a:pt x="105" y="36"/>
                    <a:pt x="103" y="34"/>
                    <a:pt x="100" y="34"/>
                  </a:cubicBezTo>
                  <a:cubicBezTo>
                    <a:pt x="96" y="34"/>
                    <a:pt x="91" y="36"/>
                    <a:pt x="88" y="44"/>
                  </a:cubicBezTo>
                  <a:cubicBezTo>
                    <a:pt x="64" y="97"/>
                    <a:pt x="64" y="97"/>
                    <a:pt x="64" y="97"/>
                  </a:cubicBezTo>
                  <a:cubicBezTo>
                    <a:pt x="63" y="99"/>
                    <a:pt x="62" y="101"/>
                    <a:pt x="62" y="100"/>
                  </a:cubicBezTo>
                  <a:cubicBezTo>
                    <a:pt x="61" y="100"/>
                    <a:pt x="60" y="98"/>
                    <a:pt x="60" y="97"/>
                  </a:cubicBezTo>
                  <a:cubicBezTo>
                    <a:pt x="40" y="19"/>
                    <a:pt x="40" y="19"/>
                    <a:pt x="40" y="19"/>
                  </a:cubicBezTo>
                  <a:cubicBezTo>
                    <a:pt x="40" y="19"/>
                    <a:pt x="40" y="19"/>
                    <a:pt x="40" y="19"/>
                  </a:cubicBezTo>
                  <a:lnTo>
                    <a:pt x="21" y="6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7" name="Freeform 7"/>
            <p:cNvSpPr/>
            <p:nvPr/>
          </p:nvSpPr>
          <p:spPr bwMode="auto">
            <a:xfrm>
              <a:off x="5808880" y="22132"/>
              <a:ext cx="497948" cy="572782"/>
            </a:xfrm>
            <a:custGeom>
              <a:avLst/>
              <a:gdLst>
                <a:gd name="T0" fmla="*/ 47 w 73"/>
                <a:gd name="T1" fmla="*/ 13 h 84"/>
                <a:gd name="T2" fmla="*/ 43 w 73"/>
                <a:gd name="T3" fmla="*/ 1 h 84"/>
                <a:gd name="T4" fmla="*/ 46 w 73"/>
                <a:gd name="T5" fmla="*/ 1 h 84"/>
                <a:gd name="T6" fmla="*/ 59 w 73"/>
                <a:gd name="T7" fmla="*/ 11 h 84"/>
                <a:gd name="T8" fmla="*/ 72 w 73"/>
                <a:gd name="T9" fmla="*/ 20 h 84"/>
                <a:gd name="T10" fmla="*/ 73 w 73"/>
                <a:gd name="T11" fmla="*/ 22 h 84"/>
                <a:gd name="T12" fmla="*/ 60 w 73"/>
                <a:gd name="T13" fmla="*/ 23 h 84"/>
                <a:gd name="T14" fmla="*/ 26 w 73"/>
                <a:gd name="T15" fmla="*/ 71 h 84"/>
                <a:gd name="T16" fmla="*/ 29 w 73"/>
                <a:gd name="T17" fmla="*/ 83 h 84"/>
                <a:gd name="T18" fmla="*/ 27 w 73"/>
                <a:gd name="T19" fmla="*/ 83 h 84"/>
                <a:gd name="T20" fmla="*/ 14 w 73"/>
                <a:gd name="T21" fmla="*/ 73 h 84"/>
                <a:gd name="T22" fmla="*/ 1 w 73"/>
                <a:gd name="T23" fmla="*/ 64 h 84"/>
                <a:gd name="T24" fmla="*/ 0 w 73"/>
                <a:gd name="T25" fmla="*/ 62 h 84"/>
                <a:gd name="T26" fmla="*/ 13 w 73"/>
                <a:gd name="T27" fmla="*/ 61 h 84"/>
                <a:gd name="T28" fmla="*/ 47 w 73"/>
                <a:gd name="T29" fmla="*/ 13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3" h="84">
                  <a:moveTo>
                    <a:pt x="47" y="13"/>
                  </a:moveTo>
                  <a:cubicBezTo>
                    <a:pt x="52" y="6"/>
                    <a:pt x="42" y="4"/>
                    <a:pt x="43" y="1"/>
                  </a:cubicBezTo>
                  <a:cubicBezTo>
                    <a:pt x="44" y="1"/>
                    <a:pt x="45" y="0"/>
                    <a:pt x="46" y="1"/>
                  </a:cubicBezTo>
                  <a:cubicBezTo>
                    <a:pt x="51" y="5"/>
                    <a:pt x="55" y="8"/>
                    <a:pt x="59" y="11"/>
                  </a:cubicBezTo>
                  <a:cubicBezTo>
                    <a:pt x="62" y="13"/>
                    <a:pt x="67" y="16"/>
                    <a:pt x="72" y="20"/>
                  </a:cubicBezTo>
                  <a:cubicBezTo>
                    <a:pt x="73" y="21"/>
                    <a:pt x="73" y="22"/>
                    <a:pt x="73" y="22"/>
                  </a:cubicBezTo>
                  <a:cubicBezTo>
                    <a:pt x="71" y="25"/>
                    <a:pt x="65" y="16"/>
                    <a:pt x="60" y="23"/>
                  </a:cubicBezTo>
                  <a:cubicBezTo>
                    <a:pt x="26" y="71"/>
                    <a:pt x="26" y="71"/>
                    <a:pt x="26" y="71"/>
                  </a:cubicBezTo>
                  <a:cubicBezTo>
                    <a:pt x="21" y="78"/>
                    <a:pt x="31" y="80"/>
                    <a:pt x="29" y="83"/>
                  </a:cubicBezTo>
                  <a:cubicBezTo>
                    <a:pt x="29" y="83"/>
                    <a:pt x="28" y="84"/>
                    <a:pt x="27" y="83"/>
                  </a:cubicBezTo>
                  <a:cubicBezTo>
                    <a:pt x="22" y="79"/>
                    <a:pt x="18" y="76"/>
                    <a:pt x="14" y="73"/>
                  </a:cubicBezTo>
                  <a:cubicBezTo>
                    <a:pt x="10" y="71"/>
                    <a:pt x="6" y="68"/>
                    <a:pt x="1" y="64"/>
                  </a:cubicBezTo>
                  <a:cubicBezTo>
                    <a:pt x="0" y="63"/>
                    <a:pt x="0" y="62"/>
                    <a:pt x="0" y="62"/>
                  </a:cubicBezTo>
                  <a:cubicBezTo>
                    <a:pt x="2" y="59"/>
                    <a:pt x="7" y="68"/>
                    <a:pt x="13" y="61"/>
                  </a:cubicBezTo>
                  <a:lnTo>
                    <a:pt x="47" y="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8" name="Freeform 8"/>
            <p:cNvSpPr/>
            <p:nvPr/>
          </p:nvSpPr>
          <p:spPr bwMode="auto">
            <a:xfrm>
              <a:off x="6217599" y="255275"/>
              <a:ext cx="587174" cy="558391"/>
            </a:xfrm>
            <a:custGeom>
              <a:avLst/>
              <a:gdLst>
                <a:gd name="T0" fmla="*/ 58 w 86"/>
                <a:gd name="T1" fmla="*/ 57 h 82"/>
                <a:gd name="T2" fmla="*/ 65 w 86"/>
                <a:gd name="T3" fmla="*/ 53 h 82"/>
                <a:gd name="T4" fmla="*/ 66 w 86"/>
                <a:gd name="T5" fmla="*/ 38 h 82"/>
                <a:gd name="T6" fmla="*/ 68 w 86"/>
                <a:gd name="T7" fmla="*/ 39 h 82"/>
                <a:gd name="T8" fmla="*/ 76 w 86"/>
                <a:gd name="T9" fmla="*/ 47 h 82"/>
                <a:gd name="T10" fmla="*/ 84 w 86"/>
                <a:gd name="T11" fmla="*/ 55 h 82"/>
                <a:gd name="T12" fmla="*/ 85 w 86"/>
                <a:gd name="T13" fmla="*/ 59 h 82"/>
                <a:gd name="T14" fmla="*/ 64 w 86"/>
                <a:gd name="T15" fmla="*/ 58 h 82"/>
                <a:gd name="T16" fmla="*/ 4 w 86"/>
                <a:gd name="T17" fmla="*/ 81 h 82"/>
                <a:gd name="T18" fmla="*/ 0 w 86"/>
                <a:gd name="T19" fmla="*/ 82 h 82"/>
                <a:gd name="T20" fmla="*/ 1 w 86"/>
                <a:gd name="T21" fmla="*/ 79 h 82"/>
                <a:gd name="T22" fmla="*/ 30 w 86"/>
                <a:gd name="T23" fmla="*/ 14 h 82"/>
                <a:gd name="T24" fmla="*/ 30 w 86"/>
                <a:gd name="T25" fmla="*/ 0 h 82"/>
                <a:gd name="T26" fmla="*/ 32 w 86"/>
                <a:gd name="T27" fmla="*/ 0 h 82"/>
                <a:gd name="T28" fmla="*/ 42 w 86"/>
                <a:gd name="T29" fmla="*/ 12 h 82"/>
                <a:gd name="T30" fmla="*/ 53 w 86"/>
                <a:gd name="T31" fmla="*/ 23 h 82"/>
                <a:gd name="T32" fmla="*/ 54 w 86"/>
                <a:gd name="T33" fmla="*/ 26 h 82"/>
                <a:gd name="T34" fmla="*/ 45 w 86"/>
                <a:gd name="T35" fmla="*/ 24 h 82"/>
                <a:gd name="T36" fmla="*/ 42 w 86"/>
                <a:gd name="T37" fmla="*/ 27 h 82"/>
                <a:gd name="T38" fmla="*/ 22 w 86"/>
                <a:gd name="T39" fmla="*/ 71 h 82"/>
                <a:gd name="T40" fmla="*/ 58 w 86"/>
                <a:gd name="T41" fmla="*/ 57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6" h="82">
                  <a:moveTo>
                    <a:pt x="58" y="57"/>
                  </a:moveTo>
                  <a:cubicBezTo>
                    <a:pt x="60" y="56"/>
                    <a:pt x="63" y="55"/>
                    <a:pt x="65" y="53"/>
                  </a:cubicBezTo>
                  <a:cubicBezTo>
                    <a:pt x="73" y="46"/>
                    <a:pt x="64" y="40"/>
                    <a:pt x="66" y="38"/>
                  </a:cubicBezTo>
                  <a:cubicBezTo>
                    <a:pt x="66" y="38"/>
                    <a:pt x="67" y="38"/>
                    <a:pt x="68" y="39"/>
                  </a:cubicBezTo>
                  <a:cubicBezTo>
                    <a:pt x="71" y="42"/>
                    <a:pt x="73" y="45"/>
                    <a:pt x="76" y="47"/>
                  </a:cubicBezTo>
                  <a:cubicBezTo>
                    <a:pt x="78" y="50"/>
                    <a:pt x="81" y="53"/>
                    <a:pt x="84" y="55"/>
                  </a:cubicBezTo>
                  <a:cubicBezTo>
                    <a:pt x="85" y="57"/>
                    <a:pt x="86" y="58"/>
                    <a:pt x="85" y="59"/>
                  </a:cubicBezTo>
                  <a:cubicBezTo>
                    <a:pt x="83" y="61"/>
                    <a:pt x="80" y="52"/>
                    <a:pt x="64" y="58"/>
                  </a:cubicBezTo>
                  <a:cubicBezTo>
                    <a:pt x="4" y="81"/>
                    <a:pt x="4" y="81"/>
                    <a:pt x="4" y="81"/>
                  </a:cubicBezTo>
                  <a:cubicBezTo>
                    <a:pt x="2" y="82"/>
                    <a:pt x="1" y="82"/>
                    <a:pt x="0" y="82"/>
                  </a:cubicBezTo>
                  <a:cubicBezTo>
                    <a:pt x="0" y="81"/>
                    <a:pt x="0" y="80"/>
                    <a:pt x="1" y="79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4" y="4"/>
                    <a:pt x="28" y="1"/>
                    <a:pt x="30" y="0"/>
                  </a:cubicBezTo>
                  <a:cubicBezTo>
                    <a:pt x="30" y="0"/>
                    <a:pt x="31" y="0"/>
                    <a:pt x="32" y="0"/>
                  </a:cubicBezTo>
                  <a:cubicBezTo>
                    <a:pt x="36" y="4"/>
                    <a:pt x="39" y="8"/>
                    <a:pt x="42" y="12"/>
                  </a:cubicBezTo>
                  <a:cubicBezTo>
                    <a:pt x="46" y="16"/>
                    <a:pt x="50" y="19"/>
                    <a:pt x="53" y="23"/>
                  </a:cubicBezTo>
                  <a:cubicBezTo>
                    <a:pt x="55" y="25"/>
                    <a:pt x="55" y="25"/>
                    <a:pt x="54" y="26"/>
                  </a:cubicBezTo>
                  <a:cubicBezTo>
                    <a:pt x="52" y="28"/>
                    <a:pt x="49" y="20"/>
                    <a:pt x="45" y="24"/>
                  </a:cubicBezTo>
                  <a:cubicBezTo>
                    <a:pt x="44" y="25"/>
                    <a:pt x="43" y="26"/>
                    <a:pt x="42" y="27"/>
                  </a:cubicBezTo>
                  <a:cubicBezTo>
                    <a:pt x="22" y="71"/>
                    <a:pt x="22" y="71"/>
                    <a:pt x="22" y="71"/>
                  </a:cubicBezTo>
                  <a:lnTo>
                    <a:pt x="58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9" name="Freeform 9"/>
            <p:cNvSpPr/>
            <p:nvPr/>
          </p:nvSpPr>
          <p:spPr bwMode="auto">
            <a:xfrm>
              <a:off x="6407567" y="724438"/>
              <a:ext cx="656253" cy="641861"/>
            </a:xfrm>
            <a:custGeom>
              <a:avLst/>
              <a:gdLst>
                <a:gd name="T0" fmla="*/ 63 w 96"/>
                <a:gd name="T1" fmla="*/ 13 h 94"/>
                <a:gd name="T2" fmla="*/ 65 w 96"/>
                <a:gd name="T3" fmla="*/ 1 h 94"/>
                <a:gd name="T4" fmla="*/ 67 w 96"/>
                <a:gd name="T5" fmla="*/ 2 h 94"/>
                <a:gd name="T6" fmla="*/ 75 w 96"/>
                <a:gd name="T7" fmla="*/ 16 h 94"/>
                <a:gd name="T8" fmla="*/ 96 w 96"/>
                <a:gd name="T9" fmla="*/ 51 h 94"/>
                <a:gd name="T10" fmla="*/ 80 w 96"/>
                <a:gd name="T11" fmla="*/ 67 h 94"/>
                <a:gd name="T12" fmla="*/ 78 w 96"/>
                <a:gd name="T13" fmla="*/ 69 h 94"/>
                <a:gd name="T14" fmla="*/ 77 w 96"/>
                <a:gd name="T15" fmla="*/ 68 h 94"/>
                <a:gd name="T16" fmla="*/ 82 w 96"/>
                <a:gd name="T17" fmla="*/ 59 h 94"/>
                <a:gd name="T18" fmla="*/ 80 w 96"/>
                <a:gd name="T19" fmla="*/ 29 h 94"/>
                <a:gd name="T20" fmla="*/ 77 w 96"/>
                <a:gd name="T21" fmla="*/ 24 h 94"/>
                <a:gd name="T22" fmla="*/ 49 w 96"/>
                <a:gd name="T23" fmla="*/ 41 h 94"/>
                <a:gd name="T24" fmla="*/ 50 w 96"/>
                <a:gd name="T25" fmla="*/ 43 h 94"/>
                <a:gd name="T26" fmla="*/ 70 w 96"/>
                <a:gd name="T27" fmla="*/ 48 h 94"/>
                <a:gd name="T28" fmla="*/ 73 w 96"/>
                <a:gd name="T29" fmla="*/ 48 h 94"/>
                <a:gd name="T30" fmla="*/ 72 w 96"/>
                <a:gd name="T31" fmla="*/ 50 h 94"/>
                <a:gd name="T32" fmla="*/ 42 w 96"/>
                <a:gd name="T33" fmla="*/ 68 h 94"/>
                <a:gd name="T34" fmla="*/ 40 w 96"/>
                <a:gd name="T35" fmla="*/ 67 h 94"/>
                <a:gd name="T36" fmla="*/ 42 w 96"/>
                <a:gd name="T37" fmla="*/ 65 h 94"/>
                <a:gd name="T38" fmla="*/ 48 w 96"/>
                <a:gd name="T39" fmla="*/ 45 h 94"/>
                <a:gd name="T40" fmla="*/ 47 w 96"/>
                <a:gd name="T41" fmla="*/ 42 h 94"/>
                <a:gd name="T42" fmla="*/ 22 w 96"/>
                <a:gd name="T43" fmla="*/ 57 h 94"/>
                <a:gd name="T44" fmla="*/ 20 w 96"/>
                <a:gd name="T45" fmla="*/ 69 h 94"/>
                <a:gd name="T46" fmla="*/ 56 w 96"/>
                <a:gd name="T47" fmla="*/ 83 h 94"/>
                <a:gd name="T48" fmla="*/ 60 w 96"/>
                <a:gd name="T49" fmla="*/ 83 h 94"/>
                <a:gd name="T50" fmla="*/ 59 w 96"/>
                <a:gd name="T51" fmla="*/ 85 h 94"/>
                <a:gd name="T52" fmla="*/ 56 w 96"/>
                <a:gd name="T53" fmla="*/ 86 h 94"/>
                <a:gd name="T54" fmla="*/ 32 w 96"/>
                <a:gd name="T55" fmla="*/ 94 h 94"/>
                <a:gd name="T56" fmla="*/ 9 w 96"/>
                <a:gd name="T57" fmla="*/ 55 h 94"/>
                <a:gd name="T58" fmla="*/ 1 w 96"/>
                <a:gd name="T59" fmla="*/ 42 h 94"/>
                <a:gd name="T60" fmla="*/ 1 w 96"/>
                <a:gd name="T61" fmla="*/ 39 h 94"/>
                <a:gd name="T62" fmla="*/ 12 w 96"/>
                <a:gd name="T63" fmla="*/ 43 h 94"/>
                <a:gd name="T64" fmla="*/ 63 w 96"/>
                <a:gd name="T65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6" h="94">
                  <a:moveTo>
                    <a:pt x="63" y="13"/>
                  </a:moveTo>
                  <a:cubicBezTo>
                    <a:pt x="71" y="9"/>
                    <a:pt x="62" y="3"/>
                    <a:pt x="65" y="1"/>
                  </a:cubicBezTo>
                  <a:cubicBezTo>
                    <a:pt x="65" y="0"/>
                    <a:pt x="66" y="1"/>
                    <a:pt x="67" y="2"/>
                  </a:cubicBezTo>
                  <a:cubicBezTo>
                    <a:pt x="70" y="7"/>
                    <a:pt x="72" y="12"/>
                    <a:pt x="75" y="16"/>
                  </a:cubicBezTo>
                  <a:cubicBezTo>
                    <a:pt x="82" y="28"/>
                    <a:pt x="89" y="39"/>
                    <a:pt x="96" y="51"/>
                  </a:cubicBezTo>
                  <a:cubicBezTo>
                    <a:pt x="80" y="67"/>
                    <a:pt x="80" y="67"/>
                    <a:pt x="80" y="67"/>
                  </a:cubicBezTo>
                  <a:cubicBezTo>
                    <a:pt x="79" y="68"/>
                    <a:pt x="78" y="68"/>
                    <a:pt x="78" y="69"/>
                  </a:cubicBezTo>
                  <a:cubicBezTo>
                    <a:pt x="78" y="69"/>
                    <a:pt x="77" y="69"/>
                    <a:pt x="77" y="68"/>
                  </a:cubicBezTo>
                  <a:cubicBezTo>
                    <a:pt x="76" y="67"/>
                    <a:pt x="78" y="66"/>
                    <a:pt x="82" y="59"/>
                  </a:cubicBezTo>
                  <a:cubicBezTo>
                    <a:pt x="87" y="50"/>
                    <a:pt x="87" y="41"/>
                    <a:pt x="80" y="29"/>
                  </a:cubicBezTo>
                  <a:cubicBezTo>
                    <a:pt x="77" y="24"/>
                    <a:pt x="77" y="24"/>
                    <a:pt x="77" y="24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3"/>
                    <a:pt x="50" y="43"/>
                    <a:pt x="50" y="43"/>
                  </a:cubicBezTo>
                  <a:cubicBezTo>
                    <a:pt x="54" y="50"/>
                    <a:pt x="62" y="52"/>
                    <a:pt x="70" y="48"/>
                  </a:cubicBezTo>
                  <a:cubicBezTo>
                    <a:pt x="72" y="47"/>
                    <a:pt x="72" y="47"/>
                    <a:pt x="73" y="48"/>
                  </a:cubicBezTo>
                  <a:cubicBezTo>
                    <a:pt x="73" y="49"/>
                    <a:pt x="73" y="49"/>
                    <a:pt x="72" y="50"/>
                  </a:cubicBezTo>
                  <a:cubicBezTo>
                    <a:pt x="42" y="68"/>
                    <a:pt x="42" y="68"/>
                    <a:pt x="42" y="68"/>
                  </a:cubicBezTo>
                  <a:cubicBezTo>
                    <a:pt x="42" y="68"/>
                    <a:pt x="41" y="68"/>
                    <a:pt x="40" y="67"/>
                  </a:cubicBezTo>
                  <a:cubicBezTo>
                    <a:pt x="40" y="67"/>
                    <a:pt x="40" y="66"/>
                    <a:pt x="42" y="65"/>
                  </a:cubicBezTo>
                  <a:cubicBezTo>
                    <a:pt x="50" y="59"/>
                    <a:pt x="52" y="51"/>
                    <a:pt x="48" y="45"/>
                  </a:cubicBezTo>
                  <a:cubicBezTo>
                    <a:pt x="47" y="42"/>
                    <a:pt x="47" y="42"/>
                    <a:pt x="47" y="42"/>
                  </a:cubicBezTo>
                  <a:cubicBezTo>
                    <a:pt x="22" y="57"/>
                    <a:pt x="22" y="57"/>
                    <a:pt x="22" y="57"/>
                  </a:cubicBezTo>
                  <a:cubicBezTo>
                    <a:pt x="18" y="59"/>
                    <a:pt x="16" y="63"/>
                    <a:pt x="20" y="69"/>
                  </a:cubicBezTo>
                  <a:cubicBezTo>
                    <a:pt x="29" y="84"/>
                    <a:pt x="45" y="86"/>
                    <a:pt x="56" y="83"/>
                  </a:cubicBezTo>
                  <a:cubicBezTo>
                    <a:pt x="58" y="82"/>
                    <a:pt x="59" y="82"/>
                    <a:pt x="60" y="83"/>
                  </a:cubicBezTo>
                  <a:cubicBezTo>
                    <a:pt x="60" y="84"/>
                    <a:pt x="60" y="84"/>
                    <a:pt x="59" y="85"/>
                  </a:cubicBezTo>
                  <a:cubicBezTo>
                    <a:pt x="59" y="85"/>
                    <a:pt x="57" y="85"/>
                    <a:pt x="56" y="86"/>
                  </a:cubicBezTo>
                  <a:cubicBezTo>
                    <a:pt x="32" y="94"/>
                    <a:pt x="32" y="94"/>
                    <a:pt x="32" y="94"/>
                  </a:cubicBezTo>
                  <a:cubicBezTo>
                    <a:pt x="25" y="82"/>
                    <a:pt x="17" y="69"/>
                    <a:pt x="9" y="55"/>
                  </a:cubicBezTo>
                  <a:cubicBezTo>
                    <a:pt x="7" y="51"/>
                    <a:pt x="4" y="47"/>
                    <a:pt x="1" y="42"/>
                  </a:cubicBezTo>
                  <a:cubicBezTo>
                    <a:pt x="0" y="40"/>
                    <a:pt x="0" y="39"/>
                    <a:pt x="1" y="39"/>
                  </a:cubicBezTo>
                  <a:cubicBezTo>
                    <a:pt x="3" y="37"/>
                    <a:pt x="5" y="48"/>
                    <a:pt x="12" y="43"/>
                  </a:cubicBezTo>
                  <a:lnTo>
                    <a:pt x="63" y="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10" name="Freeform 10"/>
            <p:cNvSpPr>
              <a:spLocks noEditPoints="1"/>
            </p:cNvSpPr>
            <p:nvPr/>
          </p:nvSpPr>
          <p:spPr bwMode="auto">
            <a:xfrm>
              <a:off x="6681007" y="1331762"/>
              <a:ext cx="613080" cy="667766"/>
            </a:xfrm>
            <a:custGeom>
              <a:avLst/>
              <a:gdLst>
                <a:gd name="T0" fmla="*/ 39 w 90"/>
                <a:gd name="T1" fmla="*/ 52 h 98"/>
                <a:gd name="T2" fmla="*/ 42 w 90"/>
                <a:gd name="T3" fmla="*/ 36 h 98"/>
                <a:gd name="T4" fmla="*/ 16 w 90"/>
                <a:gd name="T5" fmla="*/ 44 h 98"/>
                <a:gd name="T6" fmla="*/ 12 w 90"/>
                <a:gd name="T7" fmla="*/ 55 h 98"/>
                <a:gd name="T8" fmla="*/ 10 w 90"/>
                <a:gd name="T9" fmla="*/ 54 h 98"/>
                <a:gd name="T10" fmla="*/ 5 w 90"/>
                <a:gd name="T11" fmla="*/ 38 h 98"/>
                <a:gd name="T12" fmla="*/ 1 w 90"/>
                <a:gd name="T13" fmla="*/ 23 h 98"/>
                <a:gd name="T14" fmla="*/ 1 w 90"/>
                <a:gd name="T15" fmla="*/ 21 h 98"/>
                <a:gd name="T16" fmla="*/ 12 w 90"/>
                <a:gd name="T17" fmla="*/ 28 h 98"/>
                <a:gd name="T18" fmla="*/ 68 w 90"/>
                <a:gd name="T19" fmla="*/ 11 h 98"/>
                <a:gd name="T20" fmla="*/ 73 w 90"/>
                <a:gd name="T21" fmla="*/ 0 h 98"/>
                <a:gd name="T22" fmla="*/ 75 w 90"/>
                <a:gd name="T23" fmla="*/ 2 h 98"/>
                <a:gd name="T24" fmla="*/ 79 w 90"/>
                <a:gd name="T25" fmla="*/ 17 h 98"/>
                <a:gd name="T26" fmla="*/ 84 w 90"/>
                <a:gd name="T27" fmla="*/ 34 h 98"/>
                <a:gd name="T28" fmla="*/ 73 w 90"/>
                <a:gd name="T29" fmla="*/ 68 h 98"/>
                <a:gd name="T30" fmla="*/ 46 w 90"/>
                <a:gd name="T31" fmla="*/ 46 h 98"/>
                <a:gd name="T32" fmla="*/ 46 w 90"/>
                <a:gd name="T33" fmla="*/ 46 h 98"/>
                <a:gd name="T34" fmla="*/ 41 w 90"/>
                <a:gd name="T35" fmla="*/ 71 h 98"/>
                <a:gd name="T36" fmla="*/ 28 w 90"/>
                <a:gd name="T37" fmla="*/ 84 h 98"/>
                <a:gd name="T38" fmla="*/ 24 w 90"/>
                <a:gd name="T39" fmla="*/ 98 h 98"/>
                <a:gd name="T40" fmla="*/ 22 w 90"/>
                <a:gd name="T41" fmla="*/ 97 h 98"/>
                <a:gd name="T42" fmla="*/ 19 w 90"/>
                <a:gd name="T43" fmla="*/ 85 h 98"/>
                <a:gd name="T44" fmla="*/ 16 w 90"/>
                <a:gd name="T45" fmla="*/ 73 h 98"/>
                <a:gd name="T46" fmla="*/ 39 w 90"/>
                <a:gd name="T47" fmla="*/ 52 h 98"/>
                <a:gd name="T48" fmla="*/ 44 w 90"/>
                <a:gd name="T49" fmla="*/ 35 h 98"/>
                <a:gd name="T50" fmla="*/ 46 w 90"/>
                <a:gd name="T51" fmla="*/ 40 h 98"/>
                <a:gd name="T52" fmla="*/ 68 w 90"/>
                <a:gd name="T53" fmla="*/ 52 h 98"/>
                <a:gd name="T54" fmla="*/ 81 w 90"/>
                <a:gd name="T55" fmla="*/ 32 h 98"/>
                <a:gd name="T56" fmla="*/ 79 w 90"/>
                <a:gd name="T57" fmla="*/ 25 h 98"/>
                <a:gd name="T58" fmla="*/ 44 w 90"/>
                <a:gd name="T59" fmla="*/ 35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90" h="98">
                  <a:moveTo>
                    <a:pt x="39" y="52"/>
                  </a:moveTo>
                  <a:cubicBezTo>
                    <a:pt x="44" y="48"/>
                    <a:pt x="44" y="42"/>
                    <a:pt x="42" y="36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8" y="46"/>
                    <a:pt x="15" y="54"/>
                    <a:pt x="12" y="55"/>
                  </a:cubicBezTo>
                  <a:cubicBezTo>
                    <a:pt x="11" y="56"/>
                    <a:pt x="10" y="55"/>
                    <a:pt x="10" y="54"/>
                  </a:cubicBezTo>
                  <a:cubicBezTo>
                    <a:pt x="8" y="48"/>
                    <a:pt x="7" y="43"/>
                    <a:pt x="5" y="38"/>
                  </a:cubicBezTo>
                  <a:cubicBezTo>
                    <a:pt x="4" y="34"/>
                    <a:pt x="2" y="29"/>
                    <a:pt x="1" y="23"/>
                  </a:cubicBezTo>
                  <a:cubicBezTo>
                    <a:pt x="0" y="22"/>
                    <a:pt x="1" y="21"/>
                    <a:pt x="1" y="21"/>
                  </a:cubicBezTo>
                  <a:cubicBezTo>
                    <a:pt x="4" y="20"/>
                    <a:pt x="3" y="30"/>
                    <a:pt x="12" y="28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7" y="9"/>
                    <a:pt x="70" y="1"/>
                    <a:pt x="73" y="0"/>
                  </a:cubicBezTo>
                  <a:cubicBezTo>
                    <a:pt x="74" y="0"/>
                    <a:pt x="74" y="0"/>
                    <a:pt x="75" y="2"/>
                  </a:cubicBezTo>
                  <a:cubicBezTo>
                    <a:pt x="76" y="7"/>
                    <a:pt x="78" y="12"/>
                    <a:pt x="79" y="17"/>
                  </a:cubicBezTo>
                  <a:cubicBezTo>
                    <a:pt x="81" y="22"/>
                    <a:pt x="82" y="27"/>
                    <a:pt x="84" y="34"/>
                  </a:cubicBezTo>
                  <a:cubicBezTo>
                    <a:pt x="90" y="52"/>
                    <a:pt x="84" y="65"/>
                    <a:pt x="73" y="68"/>
                  </a:cubicBezTo>
                  <a:cubicBezTo>
                    <a:pt x="64" y="71"/>
                    <a:pt x="55" y="67"/>
                    <a:pt x="46" y="46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9" y="57"/>
                    <a:pt x="48" y="64"/>
                    <a:pt x="41" y="71"/>
                  </a:cubicBezTo>
                  <a:cubicBezTo>
                    <a:pt x="28" y="84"/>
                    <a:pt x="28" y="84"/>
                    <a:pt x="28" y="84"/>
                  </a:cubicBezTo>
                  <a:cubicBezTo>
                    <a:pt x="21" y="91"/>
                    <a:pt x="27" y="97"/>
                    <a:pt x="24" y="98"/>
                  </a:cubicBezTo>
                  <a:cubicBezTo>
                    <a:pt x="23" y="98"/>
                    <a:pt x="23" y="98"/>
                    <a:pt x="22" y="97"/>
                  </a:cubicBezTo>
                  <a:cubicBezTo>
                    <a:pt x="21" y="93"/>
                    <a:pt x="20" y="89"/>
                    <a:pt x="19" y="85"/>
                  </a:cubicBezTo>
                  <a:cubicBezTo>
                    <a:pt x="16" y="73"/>
                    <a:pt x="16" y="73"/>
                    <a:pt x="16" y="73"/>
                  </a:cubicBezTo>
                  <a:lnTo>
                    <a:pt x="39" y="52"/>
                  </a:lnTo>
                  <a:close/>
                  <a:moveTo>
                    <a:pt x="44" y="35"/>
                  </a:moveTo>
                  <a:cubicBezTo>
                    <a:pt x="46" y="40"/>
                    <a:pt x="46" y="40"/>
                    <a:pt x="46" y="40"/>
                  </a:cubicBezTo>
                  <a:cubicBezTo>
                    <a:pt x="49" y="52"/>
                    <a:pt x="57" y="56"/>
                    <a:pt x="68" y="52"/>
                  </a:cubicBezTo>
                  <a:cubicBezTo>
                    <a:pt x="80" y="49"/>
                    <a:pt x="84" y="41"/>
                    <a:pt x="81" y="32"/>
                  </a:cubicBezTo>
                  <a:cubicBezTo>
                    <a:pt x="79" y="25"/>
                    <a:pt x="79" y="25"/>
                    <a:pt x="79" y="25"/>
                  </a:cubicBezTo>
                  <a:lnTo>
                    <a:pt x="44" y="3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6824922" y="2028311"/>
              <a:ext cx="552634" cy="408719"/>
            </a:xfrm>
            <a:custGeom>
              <a:avLst/>
              <a:gdLst>
                <a:gd name="T0" fmla="*/ 33 w 81"/>
                <a:gd name="T1" fmla="*/ 1 h 60"/>
                <a:gd name="T2" fmla="*/ 35 w 81"/>
                <a:gd name="T3" fmla="*/ 3 h 60"/>
                <a:gd name="T4" fmla="*/ 31 w 81"/>
                <a:gd name="T5" fmla="*/ 4 h 60"/>
                <a:gd name="T6" fmla="*/ 3 w 81"/>
                <a:gd name="T7" fmla="*/ 31 h 60"/>
                <a:gd name="T8" fmla="*/ 19 w 81"/>
                <a:gd name="T9" fmla="*/ 48 h 60"/>
                <a:gd name="T10" fmla="*/ 56 w 81"/>
                <a:gd name="T11" fmla="*/ 1 h 60"/>
                <a:gd name="T12" fmla="*/ 81 w 81"/>
                <a:gd name="T13" fmla="*/ 25 h 60"/>
                <a:gd name="T14" fmla="*/ 77 w 81"/>
                <a:gd name="T15" fmla="*/ 45 h 60"/>
                <a:gd name="T16" fmla="*/ 81 w 81"/>
                <a:gd name="T17" fmla="*/ 49 h 60"/>
                <a:gd name="T18" fmla="*/ 79 w 81"/>
                <a:gd name="T19" fmla="*/ 50 h 60"/>
                <a:gd name="T20" fmla="*/ 57 w 81"/>
                <a:gd name="T21" fmla="*/ 53 h 60"/>
                <a:gd name="T22" fmla="*/ 54 w 81"/>
                <a:gd name="T23" fmla="*/ 54 h 60"/>
                <a:gd name="T24" fmla="*/ 52 w 81"/>
                <a:gd name="T25" fmla="*/ 53 h 60"/>
                <a:gd name="T26" fmla="*/ 59 w 81"/>
                <a:gd name="T27" fmla="*/ 50 h 60"/>
                <a:gd name="T28" fmla="*/ 78 w 81"/>
                <a:gd name="T29" fmla="*/ 25 h 60"/>
                <a:gd name="T30" fmla="*/ 65 w 81"/>
                <a:gd name="T31" fmla="*/ 11 h 60"/>
                <a:gd name="T32" fmla="*/ 29 w 81"/>
                <a:gd name="T33" fmla="*/ 59 h 60"/>
                <a:gd name="T34" fmla="*/ 1 w 81"/>
                <a:gd name="T35" fmla="*/ 31 h 60"/>
                <a:gd name="T36" fmla="*/ 5 w 81"/>
                <a:gd name="T37" fmla="*/ 9 h 60"/>
                <a:gd name="T38" fmla="*/ 1 w 81"/>
                <a:gd name="T39" fmla="*/ 4 h 60"/>
                <a:gd name="T40" fmla="*/ 2 w 81"/>
                <a:gd name="T41" fmla="*/ 3 h 60"/>
                <a:gd name="T42" fmla="*/ 33 w 81"/>
                <a:gd name="T43" fmla="*/ 1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1" h="60">
                  <a:moveTo>
                    <a:pt x="33" y="1"/>
                  </a:moveTo>
                  <a:cubicBezTo>
                    <a:pt x="34" y="1"/>
                    <a:pt x="35" y="2"/>
                    <a:pt x="35" y="3"/>
                  </a:cubicBezTo>
                  <a:cubicBezTo>
                    <a:pt x="35" y="4"/>
                    <a:pt x="33" y="4"/>
                    <a:pt x="31" y="4"/>
                  </a:cubicBezTo>
                  <a:cubicBezTo>
                    <a:pt x="17" y="8"/>
                    <a:pt x="3" y="14"/>
                    <a:pt x="3" y="31"/>
                  </a:cubicBezTo>
                  <a:cubicBezTo>
                    <a:pt x="4" y="42"/>
                    <a:pt x="10" y="48"/>
                    <a:pt x="19" y="48"/>
                  </a:cubicBezTo>
                  <a:cubicBezTo>
                    <a:pt x="42" y="47"/>
                    <a:pt x="28" y="2"/>
                    <a:pt x="56" y="1"/>
                  </a:cubicBezTo>
                  <a:cubicBezTo>
                    <a:pt x="70" y="0"/>
                    <a:pt x="80" y="11"/>
                    <a:pt x="81" y="25"/>
                  </a:cubicBezTo>
                  <a:cubicBezTo>
                    <a:pt x="81" y="36"/>
                    <a:pt x="77" y="42"/>
                    <a:pt x="77" y="45"/>
                  </a:cubicBezTo>
                  <a:cubicBezTo>
                    <a:pt x="77" y="49"/>
                    <a:pt x="80" y="47"/>
                    <a:pt x="81" y="49"/>
                  </a:cubicBezTo>
                  <a:cubicBezTo>
                    <a:pt x="81" y="50"/>
                    <a:pt x="80" y="50"/>
                    <a:pt x="79" y="50"/>
                  </a:cubicBezTo>
                  <a:cubicBezTo>
                    <a:pt x="57" y="53"/>
                    <a:pt x="57" y="53"/>
                    <a:pt x="57" y="53"/>
                  </a:cubicBezTo>
                  <a:cubicBezTo>
                    <a:pt x="55" y="54"/>
                    <a:pt x="54" y="54"/>
                    <a:pt x="54" y="54"/>
                  </a:cubicBezTo>
                  <a:cubicBezTo>
                    <a:pt x="53" y="54"/>
                    <a:pt x="52" y="54"/>
                    <a:pt x="52" y="53"/>
                  </a:cubicBezTo>
                  <a:cubicBezTo>
                    <a:pt x="52" y="52"/>
                    <a:pt x="55" y="52"/>
                    <a:pt x="59" y="50"/>
                  </a:cubicBezTo>
                  <a:cubicBezTo>
                    <a:pt x="72" y="44"/>
                    <a:pt x="79" y="38"/>
                    <a:pt x="78" y="25"/>
                  </a:cubicBezTo>
                  <a:cubicBezTo>
                    <a:pt x="78" y="17"/>
                    <a:pt x="74" y="11"/>
                    <a:pt x="65" y="11"/>
                  </a:cubicBezTo>
                  <a:cubicBezTo>
                    <a:pt x="47" y="12"/>
                    <a:pt x="59" y="58"/>
                    <a:pt x="29" y="59"/>
                  </a:cubicBezTo>
                  <a:cubicBezTo>
                    <a:pt x="14" y="60"/>
                    <a:pt x="1" y="48"/>
                    <a:pt x="1" y="31"/>
                  </a:cubicBezTo>
                  <a:cubicBezTo>
                    <a:pt x="0" y="19"/>
                    <a:pt x="5" y="14"/>
                    <a:pt x="5" y="9"/>
                  </a:cubicBezTo>
                  <a:cubicBezTo>
                    <a:pt x="5" y="5"/>
                    <a:pt x="1" y="6"/>
                    <a:pt x="1" y="4"/>
                  </a:cubicBezTo>
                  <a:cubicBezTo>
                    <a:pt x="1" y="3"/>
                    <a:pt x="1" y="3"/>
                    <a:pt x="2" y="3"/>
                  </a:cubicBezTo>
                  <a:lnTo>
                    <a:pt x="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6804773" y="2526257"/>
              <a:ext cx="552634" cy="313735"/>
            </a:xfrm>
            <a:custGeom>
              <a:avLst/>
              <a:gdLst>
                <a:gd name="T0" fmla="*/ 71 w 81"/>
                <a:gd name="T1" fmla="*/ 19 h 46"/>
                <a:gd name="T2" fmla="*/ 80 w 81"/>
                <a:gd name="T3" fmla="*/ 10 h 46"/>
                <a:gd name="T4" fmla="*/ 81 w 81"/>
                <a:gd name="T5" fmla="*/ 13 h 46"/>
                <a:gd name="T6" fmla="*/ 79 w 81"/>
                <a:gd name="T7" fmla="*/ 28 h 46"/>
                <a:gd name="T8" fmla="*/ 77 w 81"/>
                <a:gd name="T9" fmla="*/ 44 h 46"/>
                <a:gd name="T10" fmla="*/ 75 w 81"/>
                <a:gd name="T11" fmla="*/ 46 h 46"/>
                <a:gd name="T12" fmla="*/ 69 w 81"/>
                <a:gd name="T13" fmla="*/ 35 h 46"/>
                <a:gd name="T14" fmla="*/ 11 w 81"/>
                <a:gd name="T15" fmla="*/ 27 h 46"/>
                <a:gd name="T16" fmla="*/ 2 w 81"/>
                <a:gd name="T17" fmla="*/ 36 h 46"/>
                <a:gd name="T18" fmla="*/ 1 w 81"/>
                <a:gd name="T19" fmla="*/ 34 h 46"/>
                <a:gd name="T20" fmla="*/ 3 w 81"/>
                <a:gd name="T21" fmla="*/ 18 h 46"/>
                <a:gd name="T22" fmla="*/ 5 w 81"/>
                <a:gd name="T23" fmla="*/ 2 h 46"/>
                <a:gd name="T24" fmla="*/ 7 w 81"/>
                <a:gd name="T25" fmla="*/ 0 h 46"/>
                <a:gd name="T26" fmla="*/ 13 w 81"/>
                <a:gd name="T27" fmla="*/ 11 h 46"/>
                <a:gd name="T28" fmla="*/ 71 w 81"/>
                <a:gd name="T29" fmla="*/ 19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1" h="46">
                  <a:moveTo>
                    <a:pt x="71" y="19"/>
                  </a:moveTo>
                  <a:cubicBezTo>
                    <a:pt x="80" y="20"/>
                    <a:pt x="77" y="10"/>
                    <a:pt x="80" y="10"/>
                  </a:cubicBezTo>
                  <a:cubicBezTo>
                    <a:pt x="81" y="10"/>
                    <a:pt x="81" y="11"/>
                    <a:pt x="81" y="13"/>
                  </a:cubicBezTo>
                  <a:cubicBezTo>
                    <a:pt x="80" y="18"/>
                    <a:pt x="80" y="24"/>
                    <a:pt x="79" y="28"/>
                  </a:cubicBezTo>
                  <a:cubicBezTo>
                    <a:pt x="78" y="33"/>
                    <a:pt x="78" y="38"/>
                    <a:pt x="77" y="44"/>
                  </a:cubicBezTo>
                  <a:cubicBezTo>
                    <a:pt x="77" y="46"/>
                    <a:pt x="76" y="46"/>
                    <a:pt x="75" y="46"/>
                  </a:cubicBezTo>
                  <a:cubicBezTo>
                    <a:pt x="72" y="45"/>
                    <a:pt x="78" y="36"/>
                    <a:pt x="69" y="35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2" y="26"/>
                    <a:pt x="5" y="36"/>
                    <a:pt x="2" y="36"/>
                  </a:cubicBezTo>
                  <a:cubicBezTo>
                    <a:pt x="1" y="36"/>
                    <a:pt x="0" y="35"/>
                    <a:pt x="1" y="34"/>
                  </a:cubicBezTo>
                  <a:cubicBezTo>
                    <a:pt x="1" y="28"/>
                    <a:pt x="2" y="22"/>
                    <a:pt x="3" y="18"/>
                  </a:cubicBezTo>
                  <a:cubicBezTo>
                    <a:pt x="3" y="14"/>
                    <a:pt x="4" y="8"/>
                    <a:pt x="5" y="2"/>
                  </a:cubicBezTo>
                  <a:cubicBezTo>
                    <a:pt x="5" y="1"/>
                    <a:pt x="6" y="0"/>
                    <a:pt x="7" y="0"/>
                  </a:cubicBezTo>
                  <a:cubicBezTo>
                    <a:pt x="10" y="1"/>
                    <a:pt x="4" y="10"/>
                    <a:pt x="13" y="11"/>
                  </a:cubicBezTo>
                  <a:lnTo>
                    <a:pt x="71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13" name="Freeform 13"/>
            <p:cNvSpPr/>
            <p:nvPr/>
          </p:nvSpPr>
          <p:spPr bwMode="auto">
            <a:xfrm>
              <a:off x="6686763" y="2934976"/>
              <a:ext cx="615957" cy="497945"/>
            </a:xfrm>
            <a:custGeom>
              <a:avLst/>
              <a:gdLst>
                <a:gd name="T0" fmla="*/ 79 w 90"/>
                <a:gd name="T1" fmla="*/ 34 h 73"/>
                <a:gd name="T2" fmla="*/ 65 w 90"/>
                <a:gd name="T3" fmla="*/ 2 h 73"/>
                <a:gd name="T4" fmla="*/ 66 w 90"/>
                <a:gd name="T5" fmla="*/ 2 h 73"/>
                <a:gd name="T6" fmla="*/ 70 w 90"/>
                <a:gd name="T7" fmla="*/ 3 h 73"/>
                <a:gd name="T8" fmla="*/ 88 w 90"/>
                <a:gd name="T9" fmla="*/ 14 h 73"/>
                <a:gd name="T10" fmla="*/ 90 w 90"/>
                <a:gd name="T11" fmla="*/ 15 h 73"/>
                <a:gd name="T12" fmla="*/ 88 w 90"/>
                <a:gd name="T13" fmla="*/ 17 h 73"/>
                <a:gd name="T14" fmla="*/ 87 w 90"/>
                <a:gd name="T15" fmla="*/ 19 h 73"/>
                <a:gd name="T16" fmla="*/ 70 w 90"/>
                <a:gd name="T17" fmla="*/ 67 h 73"/>
                <a:gd name="T18" fmla="*/ 70 w 90"/>
                <a:gd name="T19" fmla="*/ 70 h 73"/>
                <a:gd name="T20" fmla="*/ 71 w 90"/>
                <a:gd name="T21" fmla="*/ 72 h 73"/>
                <a:gd name="T22" fmla="*/ 68 w 90"/>
                <a:gd name="T23" fmla="*/ 73 h 73"/>
                <a:gd name="T24" fmla="*/ 47 w 90"/>
                <a:gd name="T25" fmla="*/ 69 h 73"/>
                <a:gd name="T26" fmla="*/ 43 w 90"/>
                <a:gd name="T27" fmla="*/ 69 h 73"/>
                <a:gd name="T28" fmla="*/ 43 w 90"/>
                <a:gd name="T29" fmla="*/ 67 h 73"/>
                <a:gd name="T30" fmla="*/ 73 w 90"/>
                <a:gd name="T31" fmla="*/ 50 h 73"/>
                <a:gd name="T32" fmla="*/ 14 w 90"/>
                <a:gd name="T33" fmla="*/ 30 h 73"/>
                <a:gd name="T34" fmla="*/ 3 w 90"/>
                <a:gd name="T35" fmla="*/ 36 h 73"/>
                <a:gd name="T36" fmla="*/ 1 w 90"/>
                <a:gd name="T37" fmla="*/ 37 h 73"/>
                <a:gd name="T38" fmla="*/ 0 w 90"/>
                <a:gd name="T39" fmla="*/ 35 h 73"/>
                <a:gd name="T40" fmla="*/ 6 w 90"/>
                <a:gd name="T41" fmla="*/ 19 h 73"/>
                <a:gd name="T42" fmla="*/ 11 w 90"/>
                <a:gd name="T43" fmla="*/ 2 h 73"/>
                <a:gd name="T44" fmla="*/ 13 w 90"/>
                <a:gd name="T45" fmla="*/ 1 h 73"/>
                <a:gd name="T46" fmla="*/ 14 w 90"/>
                <a:gd name="T47" fmla="*/ 3 h 73"/>
                <a:gd name="T48" fmla="*/ 19 w 90"/>
                <a:gd name="T49" fmla="*/ 14 h 73"/>
                <a:gd name="T50" fmla="*/ 79 w 90"/>
                <a:gd name="T51" fmla="*/ 34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0" h="73">
                  <a:moveTo>
                    <a:pt x="79" y="34"/>
                  </a:moveTo>
                  <a:cubicBezTo>
                    <a:pt x="80" y="11"/>
                    <a:pt x="64" y="5"/>
                    <a:pt x="65" y="2"/>
                  </a:cubicBezTo>
                  <a:cubicBezTo>
                    <a:pt x="65" y="2"/>
                    <a:pt x="65" y="1"/>
                    <a:pt x="66" y="2"/>
                  </a:cubicBezTo>
                  <a:cubicBezTo>
                    <a:pt x="66" y="2"/>
                    <a:pt x="68" y="2"/>
                    <a:pt x="70" y="3"/>
                  </a:cubicBezTo>
                  <a:cubicBezTo>
                    <a:pt x="88" y="14"/>
                    <a:pt x="88" y="14"/>
                    <a:pt x="88" y="14"/>
                  </a:cubicBezTo>
                  <a:cubicBezTo>
                    <a:pt x="90" y="14"/>
                    <a:pt x="90" y="15"/>
                    <a:pt x="90" y="15"/>
                  </a:cubicBezTo>
                  <a:cubicBezTo>
                    <a:pt x="90" y="16"/>
                    <a:pt x="89" y="16"/>
                    <a:pt x="88" y="17"/>
                  </a:cubicBezTo>
                  <a:cubicBezTo>
                    <a:pt x="88" y="17"/>
                    <a:pt x="87" y="18"/>
                    <a:pt x="87" y="19"/>
                  </a:cubicBezTo>
                  <a:cubicBezTo>
                    <a:pt x="70" y="67"/>
                    <a:pt x="70" y="67"/>
                    <a:pt x="70" y="67"/>
                  </a:cubicBezTo>
                  <a:cubicBezTo>
                    <a:pt x="70" y="69"/>
                    <a:pt x="70" y="70"/>
                    <a:pt x="70" y="70"/>
                  </a:cubicBezTo>
                  <a:cubicBezTo>
                    <a:pt x="71" y="71"/>
                    <a:pt x="71" y="71"/>
                    <a:pt x="71" y="72"/>
                  </a:cubicBezTo>
                  <a:cubicBezTo>
                    <a:pt x="70" y="73"/>
                    <a:pt x="70" y="73"/>
                    <a:pt x="68" y="73"/>
                  </a:cubicBezTo>
                  <a:cubicBezTo>
                    <a:pt x="47" y="69"/>
                    <a:pt x="47" y="69"/>
                    <a:pt x="47" y="69"/>
                  </a:cubicBezTo>
                  <a:cubicBezTo>
                    <a:pt x="46" y="69"/>
                    <a:pt x="44" y="69"/>
                    <a:pt x="43" y="69"/>
                  </a:cubicBezTo>
                  <a:cubicBezTo>
                    <a:pt x="43" y="68"/>
                    <a:pt x="42" y="68"/>
                    <a:pt x="43" y="67"/>
                  </a:cubicBezTo>
                  <a:cubicBezTo>
                    <a:pt x="43" y="65"/>
                    <a:pt x="60" y="69"/>
                    <a:pt x="73" y="5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7" y="28"/>
                    <a:pt x="4" y="31"/>
                    <a:pt x="3" y="36"/>
                  </a:cubicBezTo>
                  <a:cubicBezTo>
                    <a:pt x="2" y="37"/>
                    <a:pt x="2" y="38"/>
                    <a:pt x="1" y="37"/>
                  </a:cubicBezTo>
                  <a:cubicBezTo>
                    <a:pt x="0" y="37"/>
                    <a:pt x="0" y="36"/>
                    <a:pt x="0" y="35"/>
                  </a:cubicBezTo>
                  <a:cubicBezTo>
                    <a:pt x="2" y="29"/>
                    <a:pt x="4" y="24"/>
                    <a:pt x="6" y="19"/>
                  </a:cubicBezTo>
                  <a:cubicBezTo>
                    <a:pt x="7" y="14"/>
                    <a:pt x="9" y="8"/>
                    <a:pt x="11" y="2"/>
                  </a:cubicBezTo>
                  <a:cubicBezTo>
                    <a:pt x="12" y="1"/>
                    <a:pt x="12" y="0"/>
                    <a:pt x="13" y="1"/>
                  </a:cubicBezTo>
                  <a:cubicBezTo>
                    <a:pt x="14" y="1"/>
                    <a:pt x="14" y="2"/>
                    <a:pt x="14" y="3"/>
                  </a:cubicBezTo>
                  <a:cubicBezTo>
                    <a:pt x="12" y="8"/>
                    <a:pt x="12" y="12"/>
                    <a:pt x="19" y="14"/>
                  </a:cubicBezTo>
                  <a:lnTo>
                    <a:pt x="79" y="3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14" name="Freeform 14"/>
            <p:cNvSpPr/>
            <p:nvPr/>
          </p:nvSpPr>
          <p:spPr bwMode="auto">
            <a:xfrm>
              <a:off x="6442107" y="3427167"/>
              <a:ext cx="641863" cy="598687"/>
            </a:xfrm>
            <a:custGeom>
              <a:avLst/>
              <a:gdLst>
                <a:gd name="T0" fmla="*/ 38 w 94"/>
                <a:gd name="T1" fmla="*/ 42 h 88"/>
                <a:gd name="T2" fmla="*/ 47 w 94"/>
                <a:gd name="T3" fmla="*/ 57 h 88"/>
                <a:gd name="T4" fmla="*/ 56 w 94"/>
                <a:gd name="T5" fmla="*/ 68 h 88"/>
                <a:gd name="T6" fmla="*/ 67 w 94"/>
                <a:gd name="T7" fmla="*/ 66 h 88"/>
                <a:gd name="T8" fmla="*/ 67 w 94"/>
                <a:gd name="T9" fmla="*/ 69 h 88"/>
                <a:gd name="T10" fmla="*/ 61 w 94"/>
                <a:gd name="T11" fmla="*/ 78 h 88"/>
                <a:gd name="T12" fmla="*/ 55 w 94"/>
                <a:gd name="T13" fmla="*/ 87 h 88"/>
                <a:gd name="T14" fmla="*/ 54 w 94"/>
                <a:gd name="T15" fmla="*/ 88 h 88"/>
                <a:gd name="T16" fmla="*/ 48 w 94"/>
                <a:gd name="T17" fmla="*/ 65 h 88"/>
                <a:gd name="T18" fmla="*/ 36 w 94"/>
                <a:gd name="T19" fmla="*/ 42 h 88"/>
                <a:gd name="T20" fmla="*/ 13 w 94"/>
                <a:gd name="T21" fmla="*/ 27 h 88"/>
                <a:gd name="T22" fmla="*/ 1 w 94"/>
                <a:gd name="T23" fmla="*/ 31 h 88"/>
                <a:gd name="T24" fmla="*/ 1 w 94"/>
                <a:gd name="T25" fmla="*/ 29 h 88"/>
                <a:gd name="T26" fmla="*/ 9 w 94"/>
                <a:gd name="T27" fmla="*/ 16 h 88"/>
                <a:gd name="T28" fmla="*/ 17 w 94"/>
                <a:gd name="T29" fmla="*/ 2 h 88"/>
                <a:gd name="T30" fmla="*/ 20 w 94"/>
                <a:gd name="T31" fmla="*/ 1 h 88"/>
                <a:gd name="T32" fmla="*/ 21 w 94"/>
                <a:gd name="T33" fmla="*/ 13 h 88"/>
                <a:gd name="T34" fmla="*/ 43 w 94"/>
                <a:gd name="T35" fmla="*/ 27 h 88"/>
                <a:gd name="T36" fmla="*/ 80 w 94"/>
                <a:gd name="T37" fmla="*/ 29 h 88"/>
                <a:gd name="T38" fmla="*/ 93 w 94"/>
                <a:gd name="T39" fmla="*/ 24 h 88"/>
                <a:gd name="T40" fmla="*/ 93 w 94"/>
                <a:gd name="T41" fmla="*/ 26 h 88"/>
                <a:gd name="T42" fmla="*/ 85 w 94"/>
                <a:gd name="T43" fmla="*/ 39 h 88"/>
                <a:gd name="T44" fmla="*/ 77 w 94"/>
                <a:gd name="T45" fmla="*/ 53 h 88"/>
                <a:gd name="T46" fmla="*/ 74 w 94"/>
                <a:gd name="T47" fmla="*/ 54 h 88"/>
                <a:gd name="T48" fmla="*/ 73 w 94"/>
                <a:gd name="T49" fmla="*/ 45 h 88"/>
                <a:gd name="T50" fmla="*/ 67 w 94"/>
                <a:gd name="T51" fmla="*/ 44 h 88"/>
                <a:gd name="T52" fmla="*/ 38 w 94"/>
                <a:gd name="T53" fmla="*/ 42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94" h="88">
                  <a:moveTo>
                    <a:pt x="38" y="42"/>
                  </a:moveTo>
                  <a:cubicBezTo>
                    <a:pt x="47" y="57"/>
                    <a:pt x="47" y="57"/>
                    <a:pt x="47" y="57"/>
                  </a:cubicBezTo>
                  <a:cubicBezTo>
                    <a:pt x="50" y="63"/>
                    <a:pt x="53" y="66"/>
                    <a:pt x="56" y="68"/>
                  </a:cubicBezTo>
                  <a:cubicBezTo>
                    <a:pt x="62" y="72"/>
                    <a:pt x="65" y="65"/>
                    <a:pt x="67" y="66"/>
                  </a:cubicBezTo>
                  <a:cubicBezTo>
                    <a:pt x="67" y="67"/>
                    <a:pt x="67" y="68"/>
                    <a:pt x="67" y="69"/>
                  </a:cubicBezTo>
                  <a:cubicBezTo>
                    <a:pt x="65" y="72"/>
                    <a:pt x="63" y="74"/>
                    <a:pt x="61" y="78"/>
                  </a:cubicBezTo>
                  <a:cubicBezTo>
                    <a:pt x="59" y="81"/>
                    <a:pt x="57" y="84"/>
                    <a:pt x="55" y="87"/>
                  </a:cubicBezTo>
                  <a:cubicBezTo>
                    <a:pt x="55" y="88"/>
                    <a:pt x="54" y="88"/>
                    <a:pt x="54" y="88"/>
                  </a:cubicBezTo>
                  <a:cubicBezTo>
                    <a:pt x="52" y="86"/>
                    <a:pt x="57" y="84"/>
                    <a:pt x="48" y="65"/>
                  </a:cubicBezTo>
                  <a:cubicBezTo>
                    <a:pt x="36" y="42"/>
                    <a:pt x="36" y="42"/>
                    <a:pt x="36" y="42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5" y="23"/>
                    <a:pt x="3" y="33"/>
                    <a:pt x="1" y="31"/>
                  </a:cubicBezTo>
                  <a:cubicBezTo>
                    <a:pt x="0" y="31"/>
                    <a:pt x="0" y="30"/>
                    <a:pt x="1" y="29"/>
                  </a:cubicBezTo>
                  <a:cubicBezTo>
                    <a:pt x="4" y="24"/>
                    <a:pt x="7" y="19"/>
                    <a:pt x="9" y="16"/>
                  </a:cubicBezTo>
                  <a:cubicBezTo>
                    <a:pt x="12" y="12"/>
                    <a:pt x="14" y="7"/>
                    <a:pt x="17" y="2"/>
                  </a:cubicBezTo>
                  <a:cubicBezTo>
                    <a:pt x="18" y="1"/>
                    <a:pt x="19" y="0"/>
                    <a:pt x="20" y="1"/>
                  </a:cubicBezTo>
                  <a:cubicBezTo>
                    <a:pt x="23" y="3"/>
                    <a:pt x="14" y="9"/>
                    <a:pt x="21" y="13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91" y="29"/>
                    <a:pt x="91" y="22"/>
                    <a:pt x="93" y="24"/>
                  </a:cubicBezTo>
                  <a:cubicBezTo>
                    <a:pt x="94" y="24"/>
                    <a:pt x="94" y="25"/>
                    <a:pt x="93" y="26"/>
                  </a:cubicBezTo>
                  <a:cubicBezTo>
                    <a:pt x="91" y="31"/>
                    <a:pt x="88" y="35"/>
                    <a:pt x="85" y="39"/>
                  </a:cubicBezTo>
                  <a:cubicBezTo>
                    <a:pt x="82" y="44"/>
                    <a:pt x="79" y="48"/>
                    <a:pt x="77" y="53"/>
                  </a:cubicBezTo>
                  <a:cubicBezTo>
                    <a:pt x="76" y="54"/>
                    <a:pt x="75" y="55"/>
                    <a:pt x="74" y="54"/>
                  </a:cubicBezTo>
                  <a:cubicBezTo>
                    <a:pt x="72" y="53"/>
                    <a:pt x="78" y="49"/>
                    <a:pt x="73" y="45"/>
                  </a:cubicBezTo>
                  <a:cubicBezTo>
                    <a:pt x="71" y="44"/>
                    <a:pt x="69" y="44"/>
                    <a:pt x="67" y="44"/>
                  </a:cubicBezTo>
                  <a:lnTo>
                    <a:pt x="38" y="4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15" name="Freeform 15"/>
            <p:cNvSpPr/>
            <p:nvPr/>
          </p:nvSpPr>
          <p:spPr bwMode="auto">
            <a:xfrm>
              <a:off x="2205242" y="3458828"/>
              <a:ext cx="627471" cy="546878"/>
            </a:xfrm>
            <a:custGeom>
              <a:avLst/>
              <a:gdLst>
                <a:gd name="T0" fmla="*/ 66 w 92"/>
                <a:gd name="T1" fmla="*/ 60 h 80"/>
                <a:gd name="T2" fmla="*/ 64 w 92"/>
                <a:gd name="T3" fmla="*/ 60 h 80"/>
                <a:gd name="T4" fmla="*/ 66 w 92"/>
                <a:gd name="T5" fmla="*/ 57 h 80"/>
                <a:gd name="T6" fmla="*/ 76 w 92"/>
                <a:gd name="T7" fmla="*/ 20 h 80"/>
                <a:gd name="T8" fmla="*/ 54 w 92"/>
                <a:gd name="T9" fmla="*/ 13 h 80"/>
                <a:gd name="T10" fmla="*/ 46 w 92"/>
                <a:gd name="T11" fmla="*/ 73 h 80"/>
                <a:gd name="T12" fmla="*/ 13 w 92"/>
                <a:gd name="T13" fmla="*/ 65 h 80"/>
                <a:gd name="T14" fmla="*/ 6 w 92"/>
                <a:gd name="T15" fmla="*/ 46 h 80"/>
                <a:gd name="T16" fmla="*/ 0 w 92"/>
                <a:gd name="T17" fmla="*/ 44 h 80"/>
                <a:gd name="T18" fmla="*/ 1 w 92"/>
                <a:gd name="T19" fmla="*/ 42 h 80"/>
                <a:gd name="T20" fmla="*/ 18 w 92"/>
                <a:gd name="T21" fmla="*/ 28 h 80"/>
                <a:gd name="T22" fmla="*/ 21 w 92"/>
                <a:gd name="T23" fmla="*/ 26 h 80"/>
                <a:gd name="T24" fmla="*/ 22 w 92"/>
                <a:gd name="T25" fmla="*/ 26 h 80"/>
                <a:gd name="T26" fmla="*/ 18 w 92"/>
                <a:gd name="T27" fmla="*/ 33 h 80"/>
                <a:gd name="T28" fmla="*/ 15 w 92"/>
                <a:gd name="T29" fmla="*/ 63 h 80"/>
                <a:gd name="T30" fmla="*/ 33 w 92"/>
                <a:gd name="T31" fmla="*/ 69 h 80"/>
                <a:gd name="T32" fmla="*/ 40 w 92"/>
                <a:gd name="T33" fmla="*/ 9 h 80"/>
                <a:gd name="T34" fmla="*/ 78 w 92"/>
                <a:gd name="T35" fmla="*/ 19 h 80"/>
                <a:gd name="T36" fmla="*/ 86 w 92"/>
                <a:gd name="T37" fmla="*/ 39 h 80"/>
                <a:gd name="T38" fmla="*/ 92 w 92"/>
                <a:gd name="T39" fmla="*/ 42 h 80"/>
                <a:gd name="T40" fmla="*/ 92 w 92"/>
                <a:gd name="T41" fmla="*/ 43 h 80"/>
                <a:gd name="T42" fmla="*/ 66 w 92"/>
                <a:gd name="T43" fmla="*/ 6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2" h="80">
                  <a:moveTo>
                    <a:pt x="66" y="60"/>
                  </a:moveTo>
                  <a:cubicBezTo>
                    <a:pt x="64" y="61"/>
                    <a:pt x="64" y="61"/>
                    <a:pt x="64" y="60"/>
                  </a:cubicBezTo>
                  <a:cubicBezTo>
                    <a:pt x="63" y="59"/>
                    <a:pt x="64" y="59"/>
                    <a:pt x="66" y="57"/>
                  </a:cubicBezTo>
                  <a:cubicBezTo>
                    <a:pt x="76" y="47"/>
                    <a:pt x="85" y="34"/>
                    <a:pt x="76" y="20"/>
                  </a:cubicBezTo>
                  <a:cubicBezTo>
                    <a:pt x="70" y="11"/>
                    <a:pt x="61" y="8"/>
                    <a:pt x="54" y="13"/>
                  </a:cubicBezTo>
                  <a:cubicBezTo>
                    <a:pt x="35" y="26"/>
                    <a:pt x="69" y="57"/>
                    <a:pt x="46" y="73"/>
                  </a:cubicBezTo>
                  <a:cubicBezTo>
                    <a:pt x="35" y="80"/>
                    <a:pt x="20" y="76"/>
                    <a:pt x="13" y="65"/>
                  </a:cubicBezTo>
                  <a:cubicBezTo>
                    <a:pt x="7" y="56"/>
                    <a:pt x="7" y="49"/>
                    <a:pt x="6" y="46"/>
                  </a:cubicBezTo>
                  <a:cubicBezTo>
                    <a:pt x="3" y="43"/>
                    <a:pt x="2" y="46"/>
                    <a:pt x="0" y="44"/>
                  </a:cubicBezTo>
                  <a:cubicBezTo>
                    <a:pt x="0" y="44"/>
                    <a:pt x="0" y="43"/>
                    <a:pt x="1" y="42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20" y="27"/>
                    <a:pt x="21" y="26"/>
                    <a:pt x="21" y="26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23" y="27"/>
                    <a:pt x="21" y="29"/>
                    <a:pt x="18" y="33"/>
                  </a:cubicBezTo>
                  <a:cubicBezTo>
                    <a:pt x="11" y="44"/>
                    <a:pt x="8" y="53"/>
                    <a:pt x="15" y="63"/>
                  </a:cubicBezTo>
                  <a:cubicBezTo>
                    <a:pt x="19" y="70"/>
                    <a:pt x="26" y="73"/>
                    <a:pt x="33" y="69"/>
                  </a:cubicBezTo>
                  <a:cubicBezTo>
                    <a:pt x="48" y="58"/>
                    <a:pt x="14" y="26"/>
                    <a:pt x="40" y="9"/>
                  </a:cubicBezTo>
                  <a:cubicBezTo>
                    <a:pt x="52" y="0"/>
                    <a:pt x="69" y="5"/>
                    <a:pt x="78" y="19"/>
                  </a:cubicBezTo>
                  <a:cubicBezTo>
                    <a:pt x="85" y="28"/>
                    <a:pt x="83" y="35"/>
                    <a:pt x="86" y="39"/>
                  </a:cubicBezTo>
                  <a:cubicBezTo>
                    <a:pt x="88" y="43"/>
                    <a:pt x="91" y="40"/>
                    <a:pt x="92" y="42"/>
                  </a:cubicBezTo>
                  <a:cubicBezTo>
                    <a:pt x="92" y="42"/>
                    <a:pt x="92" y="43"/>
                    <a:pt x="92" y="43"/>
                  </a:cubicBezTo>
                  <a:lnTo>
                    <a:pt x="66" y="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16" name="Freeform 16"/>
            <p:cNvSpPr/>
            <p:nvPr/>
          </p:nvSpPr>
          <p:spPr bwMode="auto">
            <a:xfrm>
              <a:off x="1882872" y="2799697"/>
              <a:ext cx="676402" cy="693670"/>
            </a:xfrm>
            <a:custGeom>
              <a:avLst/>
              <a:gdLst>
                <a:gd name="T0" fmla="*/ 32 w 99"/>
                <a:gd name="T1" fmla="*/ 90 h 102"/>
                <a:gd name="T2" fmla="*/ 27 w 99"/>
                <a:gd name="T3" fmla="*/ 102 h 102"/>
                <a:gd name="T4" fmla="*/ 25 w 99"/>
                <a:gd name="T5" fmla="*/ 101 h 102"/>
                <a:gd name="T6" fmla="*/ 20 w 99"/>
                <a:gd name="T7" fmla="*/ 86 h 102"/>
                <a:gd name="T8" fmla="*/ 15 w 99"/>
                <a:gd name="T9" fmla="*/ 71 h 102"/>
                <a:gd name="T10" fmla="*/ 16 w 99"/>
                <a:gd name="T11" fmla="*/ 68 h 102"/>
                <a:gd name="T12" fmla="*/ 26 w 99"/>
                <a:gd name="T13" fmla="*/ 75 h 102"/>
                <a:gd name="T14" fmla="*/ 51 w 99"/>
                <a:gd name="T15" fmla="*/ 67 h 102"/>
                <a:gd name="T16" fmla="*/ 42 w 99"/>
                <a:gd name="T17" fmla="*/ 38 h 102"/>
                <a:gd name="T18" fmla="*/ 17 w 99"/>
                <a:gd name="T19" fmla="*/ 47 h 102"/>
                <a:gd name="T20" fmla="*/ 13 w 99"/>
                <a:gd name="T21" fmla="*/ 58 h 102"/>
                <a:gd name="T22" fmla="*/ 10 w 99"/>
                <a:gd name="T23" fmla="*/ 57 h 102"/>
                <a:gd name="T24" fmla="*/ 6 w 99"/>
                <a:gd name="T25" fmla="*/ 42 h 102"/>
                <a:gd name="T26" fmla="*/ 0 w 99"/>
                <a:gd name="T27" fmla="*/ 27 h 102"/>
                <a:gd name="T28" fmla="*/ 1 w 99"/>
                <a:gd name="T29" fmla="*/ 24 h 102"/>
                <a:gd name="T30" fmla="*/ 12 w 99"/>
                <a:gd name="T31" fmla="*/ 31 h 102"/>
                <a:gd name="T32" fmla="*/ 67 w 99"/>
                <a:gd name="T33" fmla="*/ 12 h 102"/>
                <a:gd name="T34" fmla="*/ 71 w 99"/>
                <a:gd name="T35" fmla="*/ 1 h 102"/>
                <a:gd name="T36" fmla="*/ 74 w 99"/>
                <a:gd name="T37" fmla="*/ 2 h 102"/>
                <a:gd name="T38" fmla="*/ 78 w 99"/>
                <a:gd name="T39" fmla="*/ 17 h 102"/>
                <a:gd name="T40" fmla="*/ 84 w 99"/>
                <a:gd name="T41" fmla="*/ 32 h 102"/>
                <a:gd name="T42" fmla="*/ 83 w 99"/>
                <a:gd name="T43" fmla="*/ 35 h 102"/>
                <a:gd name="T44" fmla="*/ 72 w 99"/>
                <a:gd name="T45" fmla="*/ 28 h 102"/>
                <a:gd name="T46" fmla="*/ 44 w 99"/>
                <a:gd name="T47" fmla="*/ 38 h 102"/>
                <a:gd name="T48" fmla="*/ 54 w 99"/>
                <a:gd name="T49" fmla="*/ 66 h 102"/>
                <a:gd name="T50" fmla="*/ 82 w 99"/>
                <a:gd name="T51" fmla="*/ 56 h 102"/>
                <a:gd name="T52" fmla="*/ 86 w 99"/>
                <a:gd name="T53" fmla="*/ 44 h 102"/>
                <a:gd name="T54" fmla="*/ 88 w 99"/>
                <a:gd name="T55" fmla="*/ 46 h 102"/>
                <a:gd name="T56" fmla="*/ 93 w 99"/>
                <a:gd name="T57" fmla="*/ 61 h 102"/>
                <a:gd name="T58" fmla="*/ 98 w 99"/>
                <a:gd name="T59" fmla="*/ 76 h 102"/>
                <a:gd name="T60" fmla="*/ 98 w 99"/>
                <a:gd name="T61" fmla="*/ 79 h 102"/>
                <a:gd name="T62" fmla="*/ 87 w 99"/>
                <a:gd name="T63" fmla="*/ 72 h 102"/>
                <a:gd name="T64" fmla="*/ 32 w 99"/>
                <a:gd name="T65" fmla="*/ 9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9" h="102">
                  <a:moveTo>
                    <a:pt x="32" y="90"/>
                  </a:moveTo>
                  <a:cubicBezTo>
                    <a:pt x="23" y="93"/>
                    <a:pt x="30" y="101"/>
                    <a:pt x="27" y="102"/>
                  </a:cubicBezTo>
                  <a:cubicBezTo>
                    <a:pt x="26" y="102"/>
                    <a:pt x="26" y="102"/>
                    <a:pt x="25" y="101"/>
                  </a:cubicBezTo>
                  <a:cubicBezTo>
                    <a:pt x="23" y="95"/>
                    <a:pt x="22" y="90"/>
                    <a:pt x="20" y="86"/>
                  </a:cubicBezTo>
                  <a:cubicBezTo>
                    <a:pt x="19" y="81"/>
                    <a:pt x="17" y="76"/>
                    <a:pt x="15" y="71"/>
                  </a:cubicBezTo>
                  <a:cubicBezTo>
                    <a:pt x="15" y="69"/>
                    <a:pt x="15" y="68"/>
                    <a:pt x="16" y="68"/>
                  </a:cubicBezTo>
                  <a:cubicBezTo>
                    <a:pt x="19" y="67"/>
                    <a:pt x="18" y="78"/>
                    <a:pt x="26" y="75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8" y="50"/>
                    <a:pt x="16" y="57"/>
                    <a:pt x="13" y="58"/>
                  </a:cubicBezTo>
                  <a:cubicBezTo>
                    <a:pt x="12" y="59"/>
                    <a:pt x="11" y="58"/>
                    <a:pt x="10" y="57"/>
                  </a:cubicBezTo>
                  <a:cubicBezTo>
                    <a:pt x="9" y="51"/>
                    <a:pt x="7" y="46"/>
                    <a:pt x="6" y="42"/>
                  </a:cubicBezTo>
                  <a:cubicBezTo>
                    <a:pt x="4" y="37"/>
                    <a:pt x="2" y="32"/>
                    <a:pt x="0" y="27"/>
                  </a:cubicBezTo>
                  <a:cubicBezTo>
                    <a:pt x="0" y="25"/>
                    <a:pt x="0" y="25"/>
                    <a:pt x="1" y="24"/>
                  </a:cubicBezTo>
                  <a:cubicBezTo>
                    <a:pt x="4" y="23"/>
                    <a:pt x="3" y="34"/>
                    <a:pt x="12" y="31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76" y="9"/>
                    <a:pt x="68" y="2"/>
                    <a:pt x="71" y="1"/>
                  </a:cubicBezTo>
                  <a:cubicBezTo>
                    <a:pt x="72" y="0"/>
                    <a:pt x="73" y="1"/>
                    <a:pt x="74" y="2"/>
                  </a:cubicBezTo>
                  <a:cubicBezTo>
                    <a:pt x="75" y="8"/>
                    <a:pt x="77" y="13"/>
                    <a:pt x="78" y="17"/>
                  </a:cubicBezTo>
                  <a:cubicBezTo>
                    <a:pt x="80" y="22"/>
                    <a:pt x="82" y="27"/>
                    <a:pt x="84" y="32"/>
                  </a:cubicBezTo>
                  <a:cubicBezTo>
                    <a:pt x="84" y="34"/>
                    <a:pt x="84" y="34"/>
                    <a:pt x="83" y="35"/>
                  </a:cubicBezTo>
                  <a:cubicBezTo>
                    <a:pt x="80" y="36"/>
                    <a:pt x="81" y="25"/>
                    <a:pt x="72" y="28"/>
                  </a:cubicBezTo>
                  <a:cubicBezTo>
                    <a:pt x="44" y="38"/>
                    <a:pt x="44" y="38"/>
                    <a:pt x="44" y="38"/>
                  </a:cubicBezTo>
                  <a:cubicBezTo>
                    <a:pt x="54" y="66"/>
                    <a:pt x="54" y="66"/>
                    <a:pt x="54" y="66"/>
                  </a:cubicBezTo>
                  <a:cubicBezTo>
                    <a:pt x="82" y="56"/>
                    <a:pt x="82" y="56"/>
                    <a:pt x="82" y="56"/>
                  </a:cubicBezTo>
                  <a:cubicBezTo>
                    <a:pt x="90" y="53"/>
                    <a:pt x="83" y="45"/>
                    <a:pt x="86" y="44"/>
                  </a:cubicBezTo>
                  <a:cubicBezTo>
                    <a:pt x="87" y="44"/>
                    <a:pt x="88" y="44"/>
                    <a:pt x="88" y="46"/>
                  </a:cubicBezTo>
                  <a:cubicBezTo>
                    <a:pt x="90" y="52"/>
                    <a:pt x="92" y="57"/>
                    <a:pt x="93" y="61"/>
                  </a:cubicBezTo>
                  <a:cubicBezTo>
                    <a:pt x="95" y="65"/>
                    <a:pt x="97" y="70"/>
                    <a:pt x="98" y="76"/>
                  </a:cubicBezTo>
                  <a:cubicBezTo>
                    <a:pt x="99" y="78"/>
                    <a:pt x="99" y="78"/>
                    <a:pt x="98" y="79"/>
                  </a:cubicBezTo>
                  <a:cubicBezTo>
                    <a:pt x="95" y="80"/>
                    <a:pt x="96" y="69"/>
                    <a:pt x="87" y="72"/>
                  </a:cubicBezTo>
                  <a:lnTo>
                    <a:pt x="32" y="9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17" name="Freeform 17"/>
            <p:cNvSpPr/>
            <p:nvPr/>
          </p:nvSpPr>
          <p:spPr bwMode="auto">
            <a:xfrm>
              <a:off x="1822429" y="2238426"/>
              <a:ext cx="546878" cy="483555"/>
            </a:xfrm>
            <a:custGeom>
              <a:avLst/>
              <a:gdLst>
                <a:gd name="T0" fmla="*/ 12 w 80"/>
                <a:gd name="T1" fmla="*/ 61 h 71"/>
                <a:gd name="T2" fmla="*/ 4 w 80"/>
                <a:gd name="T3" fmla="*/ 71 h 71"/>
                <a:gd name="T4" fmla="*/ 3 w 80"/>
                <a:gd name="T5" fmla="*/ 69 h 71"/>
                <a:gd name="T6" fmla="*/ 2 w 80"/>
                <a:gd name="T7" fmla="*/ 53 h 71"/>
                <a:gd name="T8" fmla="*/ 0 w 80"/>
                <a:gd name="T9" fmla="*/ 12 h 71"/>
                <a:gd name="T10" fmla="*/ 21 w 80"/>
                <a:gd name="T11" fmla="*/ 6 h 71"/>
                <a:gd name="T12" fmla="*/ 24 w 80"/>
                <a:gd name="T13" fmla="*/ 5 h 71"/>
                <a:gd name="T14" fmla="*/ 25 w 80"/>
                <a:gd name="T15" fmla="*/ 6 h 71"/>
                <a:gd name="T16" fmla="*/ 16 w 80"/>
                <a:gd name="T17" fmla="*/ 12 h 71"/>
                <a:gd name="T18" fmla="*/ 4 w 80"/>
                <a:gd name="T19" fmla="*/ 39 h 71"/>
                <a:gd name="T20" fmla="*/ 4 w 80"/>
                <a:gd name="T21" fmla="*/ 45 h 71"/>
                <a:gd name="T22" fmla="*/ 37 w 80"/>
                <a:gd name="T23" fmla="*/ 43 h 71"/>
                <a:gd name="T24" fmla="*/ 37 w 80"/>
                <a:gd name="T25" fmla="*/ 40 h 71"/>
                <a:gd name="T26" fmla="*/ 22 w 80"/>
                <a:gd name="T27" fmla="*/ 27 h 71"/>
                <a:gd name="T28" fmla="*/ 19 w 80"/>
                <a:gd name="T29" fmla="*/ 25 h 71"/>
                <a:gd name="T30" fmla="*/ 21 w 80"/>
                <a:gd name="T31" fmla="*/ 24 h 71"/>
                <a:gd name="T32" fmla="*/ 55 w 80"/>
                <a:gd name="T33" fmla="*/ 22 h 71"/>
                <a:gd name="T34" fmla="*/ 57 w 80"/>
                <a:gd name="T35" fmla="*/ 24 h 71"/>
                <a:gd name="T36" fmla="*/ 54 w 80"/>
                <a:gd name="T37" fmla="*/ 25 h 71"/>
                <a:gd name="T38" fmla="*/ 39 w 80"/>
                <a:gd name="T39" fmla="*/ 40 h 71"/>
                <a:gd name="T40" fmla="*/ 40 w 80"/>
                <a:gd name="T41" fmla="*/ 43 h 71"/>
                <a:gd name="T42" fmla="*/ 68 w 80"/>
                <a:gd name="T43" fmla="*/ 42 h 71"/>
                <a:gd name="T44" fmla="*/ 76 w 80"/>
                <a:gd name="T45" fmla="*/ 32 h 71"/>
                <a:gd name="T46" fmla="*/ 50 w 80"/>
                <a:gd name="T47" fmla="*/ 2 h 71"/>
                <a:gd name="T48" fmla="*/ 47 w 80"/>
                <a:gd name="T49" fmla="*/ 1 h 71"/>
                <a:gd name="T50" fmla="*/ 48 w 80"/>
                <a:gd name="T51" fmla="*/ 0 h 71"/>
                <a:gd name="T52" fmla="*/ 52 w 80"/>
                <a:gd name="T53" fmla="*/ 0 h 71"/>
                <a:gd name="T54" fmla="*/ 77 w 80"/>
                <a:gd name="T55" fmla="*/ 4 h 71"/>
                <a:gd name="T56" fmla="*/ 79 w 80"/>
                <a:gd name="T57" fmla="*/ 49 h 71"/>
                <a:gd name="T58" fmla="*/ 80 w 80"/>
                <a:gd name="T59" fmla="*/ 65 h 71"/>
                <a:gd name="T60" fmla="*/ 78 w 80"/>
                <a:gd name="T61" fmla="*/ 67 h 71"/>
                <a:gd name="T62" fmla="*/ 70 w 80"/>
                <a:gd name="T63" fmla="*/ 58 h 71"/>
                <a:gd name="T64" fmla="*/ 12 w 80"/>
                <a:gd name="T65" fmla="*/ 61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0" h="71">
                  <a:moveTo>
                    <a:pt x="12" y="61"/>
                  </a:moveTo>
                  <a:cubicBezTo>
                    <a:pt x="3" y="61"/>
                    <a:pt x="8" y="71"/>
                    <a:pt x="4" y="71"/>
                  </a:cubicBezTo>
                  <a:cubicBezTo>
                    <a:pt x="3" y="71"/>
                    <a:pt x="3" y="71"/>
                    <a:pt x="3" y="69"/>
                  </a:cubicBezTo>
                  <a:cubicBezTo>
                    <a:pt x="2" y="63"/>
                    <a:pt x="2" y="58"/>
                    <a:pt x="2" y="53"/>
                  </a:cubicBezTo>
                  <a:cubicBezTo>
                    <a:pt x="2" y="39"/>
                    <a:pt x="1" y="26"/>
                    <a:pt x="0" y="12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3" y="5"/>
                    <a:pt x="24" y="5"/>
                    <a:pt x="24" y="5"/>
                  </a:cubicBezTo>
                  <a:cubicBezTo>
                    <a:pt x="25" y="5"/>
                    <a:pt x="25" y="5"/>
                    <a:pt x="25" y="6"/>
                  </a:cubicBezTo>
                  <a:cubicBezTo>
                    <a:pt x="25" y="7"/>
                    <a:pt x="23" y="7"/>
                    <a:pt x="16" y="12"/>
                  </a:cubicBezTo>
                  <a:cubicBezTo>
                    <a:pt x="8" y="17"/>
                    <a:pt x="3" y="25"/>
                    <a:pt x="4" y="39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2"/>
                    <a:pt x="30" y="27"/>
                    <a:pt x="22" y="27"/>
                  </a:cubicBezTo>
                  <a:cubicBezTo>
                    <a:pt x="20" y="27"/>
                    <a:pt x="19" y="27"/>
                    <a:pt x="19" y="25"/>
                  </a:cubicBezTo>
                  <a:cubicBezTo>
                    <a:pt x="19" y="25"/>
                    <a:pt x="20" y="24"/>
                    <a:pt x="21" y="24"/>
                  </a:cubicBezTo>
                  <a:cubicBezTo>
                    <a:pt x="55" y="22"/>
                    <a:pt x="55" y="22"/>
                    <a:pt x="55" y="22"/>
                  </a:cubicBezTo>
                  <a:cubicBezTo>
                    <a:pt x="56" y="22"/>
                    <a:pt x="57" y="23"/>
                    <a:pt x="57" y="24"/>
                  </a:cubicBezTo>
                  <a:cubicBezTo>
                    <a:pt x="57" y="25"/>
                    <a:pt x="56" y="25"/>
                    <a:pt x="54" y="25"/>
                  </a:cubicBezTo>
                  <a:cubicBezTo>
                    <a:pt x="44" y="26"/>
                    <a:pt x="39" y="32"/>
                    <a:pt x="39" y="40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68" y="42"/>
                    <a:pt x="68" y="42"/>
                    <a:pt x="68" y="42"/>
                  </a:cubicBezTo>
                  <a:cubicBezTo>
                    <a:pt x="73" y="41"/>
                    <a:pt x="76" y="39"/>
                    <a:pt x="76" y="32"/>
                  </a:cubicBezTo>
                  <a:cubicBezTo>
                    <a:pt x="75" y="14"/>
                    <a:pt x="62" y="5"/>
                    <a:pt x="50" y="2"/>
                  </a:cubicBezTo>
                  <a:cubicBezTo>
                    <a:pt x="48" y="2"/>
                    <a:pt x="47" y="2"/>
                    <a:pt x="47" y="1"/>
                  </a:cubicBezTo>
                  <a:cubicBezTo>
                    <a:pt x="47" y="0"/>
                    <a:pt x="48" y="0"/>
                    <a:pt x="48" y="0"/>
                  </a:cubicBezTo>
                  <a:cubicBezTo>
                    <a:pt x="49" y="0"/>
                    <a:pt x="50" y="0"/>
                    <a:pt x="52" y="0"/>
                  </a:cubicBezTo>
                  <a:cubicBezTo>
                    <a:pt x="77" y="4"/>
                    <a:pt x="77" y="4"/>
                    <a:pt x="77" y="4"/>
                  </a:cubicBezTo>
                  <a:cubicBezTo>
                    <a:pt x="77" y="19"/>
                    <a:pt x="78" y="34"/>
                    <a:pt x="79" y="49"/>
                  </a:cubicBezTo>
                  <a:cubicBezTo>
                    <a:pt x="79" y="54"/>
                    <a:pt x="80" y="59"/>
                    <a:pt x="80" y="65"/>
                  </a:cubicBezTo>
                  <a:cubicBezTo>
                    <a:pt x="80" y="67"/>
                    <a:pt x="79" y="67"/>
                    <a:pt x="78" y="67"/>
                  </a:cubicBezTo>
                  <a:cubicBezTo>
                    <a:pt x="75" y="68"/>
                    <a:pt x="79" y="58"/>
                    <a:pt x="70" y="58"/>
                  </a:cubicBezTo>
                  <a:lnTo>
                    <a:pt x="12" y="6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18" name="Freeform 18"/>
            <p:cNvSpPr/>
            <p:nvPr/>
          </p:nvSpPr>
          <p:spPr bwMode="auto">
            <a:xfrm>
              <a:off x="1831063" y="1481433"/>
              <a:ext cx="633227" cy="662010"/>
            </a:xfrm>
            <a:custGeom>
              <a:avLst/>
              <a:gdLst>
                <a:gd name="T0" fmla="*/ 62 w 93"/>
                <a:gd name="T1" fmla="*/ 78 h 97"/>
                <a:gd name="T2" fmla="*/ 77 w 93"/>
                <a:gd name="T3" fmla="*/ 74 h 97"/>
                <a:gd name="T4" fmla="*/ 81 w 93"/>
                <a:gd name="T5" fmla="*/ 69 h 97"/>
                <a:gd name="T6" fmla="*/ 81 w 93"/>
                <a:gd name="T7" fmla="*/ 70 h 97"/>
                <a:gd name="T8" fmla="*/ 79 w 93"/>
                <a:gd name="T9" fmla="*/ 83 h 97"/>
                <a:gd name="T10" fmla="*/ 76 w 93"/>
                <a:gd name="T11" fmla="*/ 96 h 97"/>
                <a:gd name="T12" fmla="*/ 74 w 93"/>
                <a:gd name="T13" fmla="*/ 97 h 97"/>
                <a:gd name="T14" fmla="*/ 74 w 93"/>
                <a:gd name="T15" fmla="*/ 90 h 97"/>
                <a:gd name="T16" fmla="*/ 61 w 93"/>
                <a:gd name="T17" fmla="*/ 80 h 97"/>
                <a:gd name="T18" fmla="*/ 13 w 93"/>
                <a:gd name="T19" fmla="*/ 70 h 97"/>
                <a:gd name="T20" fmla="*/ 3 w 93"/>
                <a:gd name="T21" fmla="*/ 79 h 97"/>
                <a:gd name="T22" fmla="*/ 1 w 93"/>
                <a:gd name="T23" fmla="*/ 81 h 97"/>
                <a:gd name="T24" fmla="*/ 1 w 93"/>
                <a:gd name="T25" fmla="*/ 79 h 97"/>
                <a:gd name="T26" fmla="*/ 3 w 93"/>
                <a:gd name="T27" fmla="*/ 67 h 97"/>
                <a:gd name="T28" fmla="*/ 6 w 93"/>
                <a:gd name="T29" fmla="*/ 55 h 97"/>
                <a:gd name="T30" fmla="*/ 64 w 93"/>
                <a:gd name="T31" fmla="*/ 26 h 97"/>
                <a:gd name="T32" fmla="*/ 65 w 93"/>
                <a:gd name="T33" fmla="*/ 26 h 97"/>
                <a:gd name="T34" fmla="*/ 32 w 93"/>
                <a:gd name="T35" fmla="*/ 19 h 97"/>
                <a:gd name="T36" fmla="*/ 16 w 93"/>
                <a:gd name="T37" fmla="*/ 23 h 97"/>
                <a:gd name="T38" fmla="*/ 13 w 93"/>
                <a:gd name="T39" fmla="*/ 28 h 97"/>
                <a:gd name="T40" fmla="*/ 12 w 93"/>
                <a:gd name="T41" fmla="*/ 26 h 97"/>
                <a:gd name="T42" fmla="*/ 15 w 93"/>
                <a:gd name="T43" fmla="*/ 14 h 97"/>
                <a:gd name="T44" fmla="*/ 18 w 93"/>
                <a:gd name="T45" fmla="*/ 1 h 97"/>
                <a:gd name="T46" fmla="*/ 19 w 93"/>
                <a:gd name="T47" fmla="*/ 0 h 97"/>
                <a:gd name="T48" fmla="*/ 20 w 93"/>
                <a:gd name="T49" fmla="*/ 6 h 97"/>
                <a:gd name="T50" fmla="*/ 32 w 93"/>
                <a:gd name="T51" fmla="*/ 16 h 97"/>
                <a:gd name="T52" fmla="*/ 89 w 93"/>
                <a:gd name="T53" fmla="*/ 29 h 97"/>
                <a:gd name="T54" fmla="*/ 93 w 93"/>
                <a:gd name="T55" fmla="*/ 31 h 97"/>
                <a:gd name="T56" fmla="*/ 90 w 93"/>
                <a:gd name="T57" fmla="*/ 33 h 97"/>
                <a:gd name="T58" fmla="*/ 17 w 93"/>
                <a:gd name="T59" fmla="*/ 68 h 97"/>
                <a:gd name="T60" fmla="*/ 17 w 93"/>
                <a:gd name="T61" fmla="*/ 68 h 97"/>
                <a:gd name="T62" fmla="*/ 62 w 93"/>
                <a:gd name="T63" fmla="*/ 7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97">
                  <a:moveTo>
                    <a:pt x="62" y="78"/>
                  </a:moveTo>
                  <a:cubicBezTo>
                    <a:pt x="71" y="80"/>
                    <a:pt x="75" y="77"/>
                    <a:pt x="77" y="74"/>
                  </a:cubicBezTo>
                  <a:cubicBezTo>
                    <a:pt x="79" y="71"/>
                    <a:pt x="79" y="68"/>
                    <a:pt x="81" y="69"/>
                  </a:cubicBezTo>
                  <a:cubicBezTo>
                    <a:pt x="81" y="69"/>
                    <a:pt x="82" y="69"/>
                    <a:pt x="81" y="70"/>
                  </a:cubicBezTo>
                  <a:cubicBezTo>
                    <a:pt x="81" y="74"/>
                    <a:pt x="79" y="78"/>
                    <a:pt x="79" y="83"/>
                  </a:cubicBezTo>
                  <a:cubicBezTo>
                    <a:pt x="78" y="87"/>
                    <a:pt x="77" y="92"/>
                    <a:pt x="76" y="96"/>
                  </a:cubicBezTo>
                  <a:cubicBezTo>
                    <a:pt x="76" y="97"/>
                    <a:pt x="75" y="97"/>
                    <a:pt x="74" y="97"/>
                  </a:cubicBezTo>
                  <a:cubicBezTo>
                    <a:pt x="73" y="96"/>
                    <a:pt x="74" y="94"/>
                    <a:pt x="74" y="90"/>
                  </a:cubicBezTo>
                  <a:cubicBezTo>
                    <a:pt x="73" y="87"/>
                    <a:pt x="70" y="82"/>
                    <a:pt x="61" y="80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7" y="72"/>
                    <a:pt x="5" y="75"/>
                    <a:pt x="3" y="79"/>
                  </a:cubicBezTo>
                  <a:cubicBezTo>
                    <a:pt x="3" y="80"/>
                    <a:pt x="3" y="81"/>
                    <a:pt x="1" y="81"/>
                  </a:cubicBezTo>
                  <a:cubicBezTo>
                    <a:pt x="1" y="81"/>
                    <a:pt x="0" y="80"/>
                    <a:pt x="1" y="79"/>
                  </a:cubicBezTo>
                  <a:cubicBezTo>
                    <a:pt x="1" y="75"/>
                    <a:pt x="2" y="71"/>
                    <a:pt x="3" y="67"/>
                  </a:cubicBezTo>
                  <a:cubicBezTo>
                    <a:pt x="6" y="55"/>
                    <a:pt x="6" y="55"/>
                    <a:pt x="6" y="55"/>
                  </a:cubicBezTo>
                  <a:cubicBezTo>
                    <a:pt x="64" y="26"/>
                    <a:pt x="64" y="26"/>
                    <a:pt x="64" y="26"/>
                  </a:cubicBezTo>
                  <a:cubicBezTo>
                    <a:pt x="65" y="26"/>
                    <a:pt x="65" y="26"/>
                    <a:pt x="65" y="26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23" y="17"/>
                    <a:pt x="19" y="20"/>
                    <a:pt x="16" y="23"/>
                  </a:cubicBezTo>
                  <a:cubicBezTo>
                    <a:pt x="14" y="25"/>
                    <a:pt x="15" y="29"/>
                    <a:pt x="13" y="28"/>
                  </a:cubicBezTo>
                  <a:cubicBezTo>
                    <a:pt x="12" y="28"/>
                    <a:pt x="12" y="28"/>
                    <a:pt x="12" y="26"/>
                  </a:cubicBezTo>
                  <a:cubicBezTo>
                    <a:pt x="13" y="23"/>
                    <a:pt x="14" y="18"/>
                    <a:pt x="15" y="14"/>
                  </a:cubicBezTo>
                  <a:cubicBezTo>
                    <a:pt x="16" y="9"/>
                    <a:pt x="17" y="5"/>
                    <a:pt x="18" y="1"/>
                  </a:cubicBezTo>
                  <a:cubicBezTo>
                    <a:pt x="18" y="0"/>
                    <a:pt x="19" y="0"/>
                    <a:pt x="19" y="0"/>
                  </a:cubicBezTo>
                  <a:cubicBezTo>
                    <a:pt x="21" y="0"/>
                    <a:pt x="19" y="3"/>
                    <a:pt x="20" y="6"/>
                  </a:cubicBezTo>
                  <a:cubicBezTo>
                    <a:pt x="21" y="10"/>
                    <a:pt x="24" y="14"/>
                    <a:pt x="32" y="16"/>
                  </a:cubicBezTo>
                  <a:cubicBezTo>
                    <a:pt x="89" y="29"/>
                    <a:pt x="89" y="29"/>
                    <a:pt x="89" y="29"/>
                  </a:cubicBezTo>
                  <a:cubicBezTo>
                    <a:pt x="91" y="29"/>
                    <a:pt x="93" y="30"/>
                    <a:pt x="93" y="31"/>
                  </a:cubicBezTo>
                  <a:cubicBezTo>
                    <a:pt x="93" y="31"/>
                    <a:pt x="91" y="32"/>
                    <a:pt x="90" y="33"/>
                  </a:cubicBezTo>
                  <a:cubicBezTo>
                    <a:pt x="17" y="68"/>
                    <a:pt x="17" y="68"/>
                    <a:pt x="17" y="68"/>
                  </a:cubicBezTo>
                  <a:cubicBezTo>
                    <a:pt x="17" y="68"/>
                    <a:pt x="17" y="68"/>
                    <a:pt x="17" y="68"/>
                  </a:cubicBezTo>
                  <a:lnTo>
                    <a:pt x="62" y="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19" name="Freeform 19"/>
            <p:cNvSpPr/>
            <p:nvPr/>
          </p:nvSpPr>
          <p:spPr bwMode="auto">
            <a:xfrm>
              <a:off x="2026788" y="992122"/>
              <a:ext cx="607323" cy="604444"/>
            </a:xfrm>
            <a:custGeom>
              <a:avLst/>
              <a:gdLst>
                <a:gd name="T0" fmla="*/ 75 w 89"/>
                <a:gd name="T1" fmla="*/ 62 h 89"/>
                <a:gd name="T2" fmla="*/ 74 w 89"/>
                <a:gd name="T3" fmla="*/ 33 h 89"/>
                <a:gd name="T4" fmla="*/ 64 w 89"/>
                <a:gd name="T5" fmla="*/ 21 h 89"/>
                <a:gd name="T6" fmla="*/ 66 w 89"/>
                <a:gd name="T7" fmla="*/ 21 h 89"/>
                <a:gd name="T8" fmla="*/ 70 w 89"/>
                <a:gd name="T9" fmla="*/ 23 h 89"/>
                <a:gd name="T10" fmla="*/ 89 w 89"/>
                <a:gd name="T11" fmla="*/ 38 h 89"/>
                <a:gd name="T12" fmla="*/ 77 w 89"/>
                <a:gd name="T13" fmla="*/ 62 h 89"/>
                <a:gd name="T14" fmla="*/ 66 w 89"/>
                <a:gd name="T15" fmla="*/ 88 h 89"/>
                <a:gd name="T16" fmla="*/ 64 w 89"/>
                <a:gd name="T17" fmla="*/ 89 h 89"/>
                <a:gd name="T18" fmla="*/ 62 w 89"/>
                <a:gd name="T19" fmla="*/ 86 h 89"/>
                <a:gd name="T20" fmla="*/ 16 w 89"/>
                <a:gd name="T21" fmla="*/ 18 h 89"/>
                <a:gd name="T22" fmla="*/ 13 w 89"/>
                <a:gd name="T23" fmla="*/ 24 h 89"/>
                <a:gd name="T24" fmla="*/ 14 w 89"/>
                <a:gd name="T25" fmla="*/ 53 h 89"/>
                <a:gd name="T26" fmla="*/ 21 w 89"/>
                <a:gd name="T27" fmla="*/ 62 h 89"/>
                <a:gd name="T28" fmla="*/ 19 w 89"/>
                <a:gd name="T29" fmla="*/ 63 h 89"/>
                <a:gd name="T30" fmla="*/ 17 w 89"/>
                <a:gd name="T31" fmla="*/ 61 h 89"/>
                <a:gd name="T32" fmla="*/ 0 w 89"/>
                <a:gd name="T33" fmla="*/ 47 h 89"/>
                <a:gd name="T34" fmla="*/ 11 w 89"/>
                <a:gd name="T35" fmla="*/ 24 h 89"/>
                <a:gd name="T36" fmla="*/ 21 w 89"/>
                <a:gd name="T37" fmla="*/ 1 h 89"/>
                <a:gd name="T38" fmla="*/ 23 w 89"/>
                <a:gd name="T39" fmla="*/ 0 h 89"/>
                <a:gd name="T40" fmla="*/ 25 w 89"/>
                <a:gd name="T41" fmla="*/ 3 h 89"/>
                <a:gd name="T42" fmla="*/ 71 w 89"/>
                <a:gd name="T43" fmla="*/ 70 h 89"/>
                <a:gd name="T44" fmla="*/ 75 w 89"/>
                <a:gd name="T45" fmla="*/ 62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9" h="89">
                  <a:moveTo>
                    <a:pt x="75" y="62"/>
                  </a:moveTo>
                  <a:cubicBezTo>
                    <a:pt x="80" y="50"/>
                    <a:pt x="78" y="40"/>
                    <a:pt x="74" y="33"/>
                  </a:cubicBezTo>
                  <a:cubicBezTo>
                    <a:pt x="70" y="25"/>
                    <a:pt x="64" y="23"/>
                    <a:pt x="64" y="21"/>
                  </a:cubicBezTo>
                  <a:cubicBezTo>
                    <a:pt x="65" y="21"/>
                    <a:pt x="65" y="20"/>
                    <a:pt x="66" y="21"/>
                  </a:cubicBezTo>
                  <a:cubicBezTo>
                    <a:pt x="67" y="21"/>
                    <a:pt x="68" y="22"/>
                    <a:pt x="70" y="23"/>
                  </a:cubicBezTo>
                  <a:cubicBezTo>
                    <a:pt x="89" y="38"/>
                    <a:pt x="89" y="38"/>
                    <a:pt x="89" y="38"/>
                  </a:cubicBezTo>
                  <a:cubicBezTo>
                    <a:pt x="85" y="46"/>
                    <a:pt x="81" y="54"/>
                    <a:pt x="77" y="62"/>
                  </a:cubicBezTo>
                  <a:cubicBezTo>
                    <a:pt x="73" y="71"/>
                    <a:pt x="70" y="79"/>
                    <a:pt x="66" y="88"/>
                  </a:cubicBezTo>
                  <a:cubicBezTo>
                    <a:pt x="65" y="89"/>
                    <a:pt x="65" y="89"/>
                    <a:pt x="64" y="89"/>
                  </a:cubicBezTo>
                  <a:cubicBezTo>
                    <a:pt x="64" y="88"/>
                    <a:pt x="63" y="88"/>
                    <a:pt x="62" y="86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8" y="36"/>
                    <a:pt x="9" y="45"/>
                    <a:pt x="14" y="53"/>
                  </a:cubicBezTo>
                  <a:cubicBezTo>
                    <a:pt x="20" y="61"/>
                    <a:pt x="21" y="61"/>
                    <a:pt x="21" y="62"/>
                  </a:cubicBezTo>
                  <a:cubicBezTo>
                    <a:pt x="20" y="63"/>
                    <a:pt x="20" y="63"/>
                    <a:pt x="19" y="63"/>
                  </a:cubicBezTo>
                  <a:cubicBezTo>
                    <a:pt x="19" y="63"/>
                    <a:pt x="18" y="62"/>
                    <a:pt x="17" y="6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3" y="39"/>
                    <a:pt x="7" y="32"/>
                    <a:pt x="11" y="24"/>
                  </a:cubicBezTo>
                  <a:cubicBezTo>
                    <a:pt x="14" y="17"/>
                    <a:pt x="17" y="9"/>
                    <a:pt x="21" y="1"/>
                  </a:cubicBezTo>
                  <a:cubicBezTo>
                    <a:pt x="22" y="0"/>
                    <a:pt x="22" y="0"/>
                    <a:pt x="23" y="0"/>
                  </a:cubicBezTo>
                  <a:cubicBezTo>
                    <a:pt x="23" y="0"/>
                    <a:pt x="24" y="2"/>
                    <a:pt x="25" y="3"/>
                  </a:cubicBezTo>
                  <a:cubicBezTo>
                    <a:pt x="71" y="70"/>
                    <a:pt x="71" y="70"/>
                    <a:pt x="71" y="70"/>
                  </a:cubicBezTo>
                  <a:lnTo>
                    <a:pt x="75" y="6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20" name="Freeform 20"/>
            <p:cNvSpPr/>
            <p:nvPr/>
          </p:nvSpPr>
          <p:spPr bwMode="auto">
            <a:xfrm>
              <a:off x="2259931" y="404947"/>
              <a:ext cx="756995" cy="762750"/>
            </a:xfrm>
            <a:custGeom>
              <a:avLst/>
              <a:gdLst>
                <a:gd name="T0" fmla="*/ 13 w 111"/>
                <a:gd name="T1" fmla="*/ 62 h 112"/>
                <a:gd name="T2" fmla="*/ 1 w 111"/>
                <a:gd name="T3" fmla="*/ 65 h 112"/>
                <a:gd name="T4" fmla="*/ 2 w 111"/>
                <a:gd name="T5" fmla="*/ 62 h 112"/>
                <a:gd name="T6" fmla="*/ 12 w 111"/>
                <a:gd name="T7" fmla="*/ 50 h 112"/>
                <a:gd name="T8" fmla="*/ 21 w 111"/>
                <a:gd name="T9" fmla="*/ 37 h 112"/>
                <a:gd name="T10" fmla="*/ 24 w 111"/>
                <a:gd name="T11" fmla="*/ 36 h 112"/>
                <a:gd name="T12" fmla="*/ 24 w 111"/>
                <a:gd name="T13" fmla="*/ 49 h 112"/>
                <a:gd name="T14" fmla="*/ 44 w 111"/>
                <a:gd name="T15" fmla="*/ 65 h 112"/>
                <a:gd name="T16" fmla="*/ 63 w 111"/>
                <a:gd name="T17" fmla="*/ 42 h 112"/>
                <a:gd name="T18" fmla="*/ 42 w 111"/>
                <a:gd name="T19" fmla="*/ 26 h 112"/>
                <a:gd name="T20" fmla="*/ 30 w 111"/>
                <a:gd name="T21" fmla="*/ 29 h 112"/>
                <a:gd name="T22" fmla="*/ 30 w 111"/>
                <a:gd name="T23" fmla="*/ 26 h 112"/>
                <a:gd name="T24" fmla="*/ 40 w 111"/>
                <a:gd name="T25" fmla="*/ 14 h 112"/>
                <a:gd name="T26" fmla="*/ 50 w 111"/>
                <a:gd name="T27" fmla="*/ 1 h 112"/>
                <a:gd name="T28" fmla="*/ 53 w 111"/>
                <a:gd name="T29" fmla="*/ 0 h 112"/>
                <a:gd name="T30" fmla="*/ 53 w 111"/>
                <a:gd name="T31" fmla="*/ 13 h 112"/>
                <a:gd name="T32" fmla="*/ 98 w 111"/>
                <a:gd name="T33" fmla="*/ 50 h 112"/>
                <a:gd name="T34" fmla="*/ 111 w 111"/>
                <a:gd name="T35" fmla="*/ 47 h 112"/>
                <a:gd name="T36" fmla="*/ 110 w 111"/>
                <a:gd name="T37" fmla="*/ 50 h 112"/>
                <a:gd name="T38" fmla="*/ 100 w 111"/>
                <a:gd name="T39" fmla="*/ 62 h 112"/>
                <a:gd name="T40" fmla="*/ 91 w 111"/>
                <a:gd name="T41" fmla="*/ 74 h 112"/>
                <a:gd name="T42" fmla="*/ 88 w 111"/>
                <a:gd name="T43" fmla="*/ 75 h 112"/>
                <a:gd name="T44" fmla="*/ 88 w 111"/>
                <a:gd name="T45" fmla="*/ 62 h 112"/>
                <a:gd name="T46" fmla="*/ 65 w 111"/>
                <a:gd name="T47" fmla="*/ 44 h 112"/>
                <a:gd name="T48" fmla="*/ 46 w 111"/>
                <a:gd name="T49" fmla="*/ 67 h 112"/>
                <a:gd name="T50" fmla="*/ 69 w 111"/>
                <a:gd name="T51" fmla="*/ 86 h 112"/>
                <a:gd name="T52" fmla="*/ 82 w 111"/>
                <a:gd name="T53" fmla="*/ 83 h 112"/>
                <a:gd name="T54" fmla="*/ 81 w 111"/>
                <a:gd name="T55" fmla="*/ 86 h 112"/>
                <a:gd name="T56" fmla="*/ 71 w 111"/>
                <a:gd name="T57" fmla="*/ 98 h 112"/>
                <a:gd name="T58" fmla="*/ 62 w 111"/>
                <a:gd name="T59" fmla="*/ 110 h 112"/>
                <a:gd name="T60" fmla="*/ 59 w 111"/>
                <a:gd name="T61" fmla="*/ 111 h 112"/>
                <a:gd name="T62" fmla="*/ 59 w 111"/>
                <a:gd name="T63" fmla="*/ 98 h 112"/>
                <a:gd name="T64" fmla="*/ 13 w 111"/>
                <a:gd name="T65" fmla="*/ 6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1" h="112">
                  <a:moveTo>
                    <a:pt x="13" y="62"/>
                  </a:moveTo>
                  <a:cubicBezTo>
                    <a:pt x="6" y="56"/>
                    <a:pt x="4" y="67"/>
                    <a:pt x="1" y="65"/>
                  </a:cubicBezTo>
                  <a:cubicBezTo>
                    <a:pt x="1" y="64"/>
                    <a:pt x="0" y="63"/>
                    <a:pt x="2" y="62"/>
                  </a:cubicBezTo>
                  <a:cubicBezTo>
                    <a:pt x="5" y="57"/>
                    <a:pt x="9" y="53"/>
                    <a:pt x="12" y="50"/>
                  </a:cubicBezTo>
                  <a:cubicBezTo>
                    <a:pt x="14" y="46"/>
                    <a:pt x="18" y="42"/>
                    <a:pt x="21" y="37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26" y="38"/>
                    <a:pt x="17" y="43"/>
                    <a:pt x="24" y="49"/>
                  </a:cubicBezTo>
                  <a:cubicBezTo>
                    <a:pt x="44" y="65"/>
                    <a:pt x="44" y="65"/>
                    <a:pt x="44" y="65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35" y="20"/>
                    <a:pt x="33" y="31"/>
                    <a:pt x="30" y="29"/>
                  </a:cubicBezTo>
                  <a:cubicBezTo>
                    <a:pt x="29" y="28"/>
                    <a:pt x="29" y="27"/>
                    <a:pt x="30" y="26"/>
                  </a:cubicBezTo>
                  <a:cubicBezTo>
                    <a:pt x="34" y="21"/>
                    <a:pt x="38" y="17"/>
                    <a:pt x="40" y="14"/>
                  </a:cubicBezTo>
                  <a:cubicBezTo>
                    <a:pt x="43" y="10"/>
                    <a:pt x="46" y="6"/>
                    <a:pt x="50" y="1"/>
                  </a:cubicBezTo>
                  <a:cubicBezTo>
                    <a:pt x="51" y="0"/>
                    <a:pt x="52" y="0"/>
                    <a:pt x="53" y="0"/>
                  </a:cubicBezTo>
                  <a:cubicBezTo>
                    <a:pt x="55" y="2"/>
                    <a:pt x="46" y="7"/>
                    <a:pt x="53" y="13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105" y="55"/>
                    <a:pt x="108" y="45"/>
                    <a:pt x="111" y="47"/>
                  </a:cubicBezTo>
                  <a:cubicBezTo>
                    <a:pt x="111" y="47"/>
                    <a:pt x="111" y="48"/>
                    <a:pt x="110" y="50"/>
                  </a:cubicBezTo>
                  <a:cubicBezTo>
                    <a:pt x="107" y="54"/>
                    <a:pt x="103" y="58"/>
                    <a:pt x="100" y="62"/>
                  </a:cubicBezTo>
                  <a:cubicBezTo>
                    <a:pt x="97" y="65"/>
                    <a:pt x="94" y="70"/>
                    <a:pt x="91" y="74"/>
                  </a:cubicBezTo>
                  <a:cubicBezTo>
                    <a:pt x="89" y="76"/>
                    <a:pt x="89" y="76"/>
                    <a:pt x="88" y="75"/>
                  </a:cubicBezTo>
                  <a:cubicBezTo>
                    <a:pt x="86" y="73"/>
                    <a:pt x="95" y="68"/>
                    <a:pt x="88" y="62"/>
                  </a:cubicBezTo>
                  <a:cubicBezTo>
                    <a:pt x="65" y="44"/>
                    <a:pt x="65" y="44"/>
                    <a:pt x="65" y="44"/>
                  </a:cubicBezTo>
                  <a:cubicBezTo>
                    <a:pt x="46" y="67"/>
                    <a:pt x="46" y="67"/>
                    <a:pt x="46" y="67"/>
                  </a:cubicBezTo>
                  <a:cubicBezTo>
                    <a:pt x="69" y="86"/>
                    <a:pt x="69" y="86"/>
                    <a:pt x="69" y="86"/>
                  </a:cubicBezTo>
                  <a:cubicBezTo>
                    <a:pt x="77" y="91"/>
                    <a:pt x="79" y="81"/>
                    <a:pt x="82" y="83"/>
                  </a:cubicBezTo>
                  <a:cubicBezTo>
                    <a:pt x="82" y="83"/>
                    <a:pt x="83" y="84"/>
                    <a:pt x="81" y="86"/>
                  </a:cubicBezTo>
                  <a:cubicBezTo>
                    <a:pt x="78" y="90"/>
                    <a:pt x="74" y="94"/>
                    <a:pt x="71" y="98"/>
                  </a:cubicBezTo>
                  <a:cubicBezTo>
                    <a:pt x="69" y="101"/>
                    <a:pt x="65" y="106"/>
                    <a:pt x="62" y="110"/>
                  </a:cubicBezTo>
                  <a:cubicBezTo>
                    <a:pt x="61" y="112"/>
                    <a:pt x="60" y="112"/>
                    <a:pt x="59" y="111"/>
                  </a:cubicBezTo>
                  <a:cubicBezTo>
                    <a:pt x="57" y="109"/>
                    <a:pt x="66" y="104"/>
                    <a:pt x="59" y="98"/>
                  </a:cubicBezTo>
                  <a:lnTo>
                    <a:pt x="13" y="6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21" name="Freeform 21"/>
            <p:cNvSpPr/>
            <p:nvPr/>
          </p:nvSpPr>
          <p:spPr bwMode="auto">
            <a:xfrm>
              <a:off x="2798173" y="1985"/>
              <a:ext cx="656253" cy="662010"/>
            </a:xfrm>
            <a:custGeom>
              <a:avLst/>
              <a:gdLst>
                <a:gd name="T0" fmla="*/ 13 w 96"/>
                <a:gd name="T1" fmla="*/ 36 h 97"/>
                <a:gd name="T2" fmla="*/ 0 w 96"/>
                <a:gd name="T3" fmla="*/ 36 h 97"/>
                <a:gd name="T4" fmla="*/ 1 w 96"/>
                <a:gd name="T5" fmla="*/ 33 h 97"/>
                <a:gd name="T6" fmla="*/ 14 w 96"/>
                <a:gd name="T7" fmla="*/ 24 h 97"/>
                <a:gd name="T8" fmla="*/ 47 w 96"/>
                <a:gd name="T9" fmla="*/ 0 h 97"/>
                <a:gd name="T10" fmla="*/ 64 w 96"/>
                <a:gd name="T11" fmla="*/ 14 h 97"/>
                <a:gd name="T12" fmla="*/ 66 w 96"/>
                <a:gd name="T13" fmla="*/ 16 h 97"/>
                <a:gd name="T14" fmla="*/ 66 w 96"/>
                <a:gd name="T15" fmla="*/ 18 h 97"/>
                <a:gd name="T16" fmla="*/ 56 w 96"/>
                <a:gd name="T17" fmla="*/ 13 h 97"/>
                <a:gd name="T18" fmla="*/ 27 w 96"/>
                <a:gd name="T19" fmla="*/ 18 h 97"/>
                <a:gd name="T20" fmla="*/ 22 w 96"/>
                <a:gd name="T21" fmla="*/ 21 h 97"/>
                <a:gd name="T22" fmla="*/ 41 w 96"/>
                <a:gd name="T23" fmla="*/ 48 h 97"/>
                <a:gd name="T24" fmla="*/ 43 w 96"/>
                <a:gd name="T25" fmla="*/ 46 h 97"/>
                <a:gd name="T26" fmla="*/ 47 w 96"/>
                <a:gd name="T27" fmla="*/ 26 h 97"/>
                <a:gd name="T28" fmla="*/ 46 w 96"/>
                <a:gd name="T29" fmla="*/ 23 h 97"/>
                <a:gd name="T30" fmla="*/ 48 w 96"/>
                <a:gd name="T31" fmla="*/ 24 h 97"/>
                <a:gd name="T32" fmla="*/ 68 w 96"/>
                <a:gd name="T33" fmla="*/ 52 h 97"/>
                <a:gd name="T34" fmla="*/ 68 w 96"/>
                <a:gd name="T35" fmla="*/ 54 h 97"/>
                <a:gd name="T36" fmla="*/ 66 w 96"/>
                <a:gd name="T37" fmla="*/ 53 h 97"/>
                <a:gd name="T38" fmla="*/ 45 w 96"/>
                <a:gd name="T39" fmla="*/ 48 h 97"/>
                <a:gd name="T40" fmla="*/ 43 w 96"/>
                <a:gd name="T41" fmla="*/ 50 h 97"/>
                <a:gd name="T42" fmla="*/ 59 w 96"/>
                <a:gd name="T43" fmla="*/ 73 h 97"/>
                <a:gd name="T44" fmla="*/ 72 w 96"/>
                <a:gd name="T45" fmla="*/ 74 h 97"/>
                <a:gd name="T46" fmla="*/ 83 w 96"/>
                <a:gd name="T47" fmla="*/ 37 h 97"/>
                <a:gd name="T48" fmla="*/ 82 w 96"/>
                <a:gd name="T49" fmla="*/ 33 h 97"/>
                <a:gd name="T50" fmla="*/ 84 w 96"/>
                <a:gd name="T51" fmla="*/ 34 h 97"/>
                <a:gd name="T52" fmla="*/ 85 w 96"/>
                <a:gd name="T53" fmla="*/ 37 h 97"/>
                <a:gd name="T54" fmla="*/ 96 w 96"/>
                <a:gd name="T55" fmla="*/ 60 h 97"/>
                <a:gd name="T56" fmla="*/ 59 w 96"/>
                <a:gd name="T57" fmla="*/ 86 h 97"/>
                <a:gd name="T58" fmla="*/ 46 w 96"/>
                <a:gd name="T59" fmla="*/ 96 h 97"/>
                <a:gd name="T60" fmla="*/ 43 w 96"/>
                <a:gd name="T61" fmla="*/ 96 h 97"/>
                <a:gd name="T62" fmla="*/ 47 w 96"/>
                <a:gd name="T63" fmla="*/ 84 h 97"/>
                <a:gd name="T64" fmla="*/ 13 w 96"/>
                <a:gd name="T65" fmla="*/ 36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6" h="97">
                  <a:moveTo>
                    <a:pt x="13" y="36"/>
                  </a:moveTo>
                  <a:cubicBezTo>
                    <a:pt x="7" y="29"/>
                    <a:pt x="2" y="38"/>
                    <a:pt x="0" y="36"/>
                  </a:cubicBezTo>
                  <a:cubicBezTo>
                    <a:pt x="0" y="35"/>
                    <a:pt x="0" y="34"/>
                    <a:pt x="1" y="33"/>
                  </a:cubicBezTo>
                  <a:cubicBezTo>
                    <a:pt x="6" y="30"/>
                    <a:pt x="10" y="27"/>
                    <a:pt x="14" y="24"/>
                  </a:cubicBezTo>
                  <a:cubicBezTo>
                    <a:pt x="25" y="16"/>
                    <a:pt x="36" y="8"/>
                    <a:pt x="47" y="0"/>
                  </a:cubicBezTo>
                  <a:cubicBezTo>
                    <a:pt x="64" y="14"/>
                    <a:pt x="64" y="14"/>
                    <a:pt x="64" y="14"/>
                  </a:cubicBezTo>
                  <a:cubicBezTo>
                    <a:pt x="66" y="16"/>
                    <a:pt x="66" y="16"/>
                    <a:pt x="66" y="16"/>
                  </a:cubicBezTo>
                  <a:cubicBezTo>
                    <a:pt x="67" y="17"/>
                    <a:pt x="67" y="17"/>
                    <a:pt x="66" y="18"/>
                  </a:cubicBezTo>
                  <a:cubicBezTo>
                    <a:pt x="65" y="18"/>
                    <a:pt x="64" y="17"/>
                    <a:pt x="56" y="13"/>
                  </a:cubicBezTo>
                  <a:cubicBezTo>
                    <a:pt x="47" y="9"/>
                    <a:pt x="38" y="10"/>
                    <a:pt x="27" y="18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3" y="46"/>
                    <a:pt x="43" y="46"/>
                    <a:pt x="43" y="46"/>
                  </a:cubicBezTo>
                  <a:cubicBezTo>
                    <a:pt x="50" y="42"/>
                    <a:pt x="51" y="33"/>
                    <a:pt x="47" y="26"/>
                  </a:cubicBezTo>
                  <a:cubicBezTo>
                    <a:pt x="46" y="25"/>
                    <a:pt x="46" y="24"/>
                    <a:pt x="46" y="23"/>
                  </a:cubicBezTo>
                  <a:cubicBezTo>
                    <a:pt x="47" y="23"/>
                    <a:pt x="48" y="23"/>
                    <a:pt x="48" y="24"/>
                  </a:cubicBezTo>
                  <a:cubicBezTo>
                    <a:pt x="68" y="52"/>
                    <a:pt x="68" y="52"/>
                    <a:pt x="68" y="52"/>
                  </a:cubicBezTo>
                  <a:cubicBezTo>
                    <a:pt x="69" y="53"/>
                    <a:pt x="69" y="54"/>
                    <a:pt x="68" y="54"/>
                  </a:cubicBezTo>
                  <a:cubicBezTo>
                    <a:pt x="68" y="55"/>
                    <a:pt x="67" y="54"/>
                    <a:pt x="66" y="53"/>
                  </a:cubicBezTo>
                  <a:cubicBezTo>
                    <a:pt x="59" y="45"/>
                    <a:pt x="52" y="44"/>
                    <a:pt x="45" y="48"/>
                  </a:cubicBezTo>
                  <a:cubicBezTo>
                    <a:pt x="43" y="50"/>
                    <a:pt x="43" y="50"/>
                    <a:pt x="43" y="50"/>
                  </a:cubicBezTo>
                  <a:cubicBezTo>
                    <a:pt x="59" y="73"/>
                    <a:pt x="59" y="73"/>
                    <a:pt x="59" y="73"/>
                  </a:cubicBezTo>
                  <a:cubicBezTo>
                    <a:pt x="62" y="77"/>
                    <a:pt x="66" y="78"/>
                    <a:pt x="72" y="74"/>
                  </a:cubicBezTo>
                  <a:cubicBezTo>
                    <a:pt x="86" y="64"/>
                    <a:pt x="86" y="48"/>
                    <a:pt x="83" y="37"/>
                  </a:cubicBezTo>
                  <a:cubicBezTo>
                    <a:pt x="82" y="35"/>
                    <a:pt x="81" y="34"/>
                    <a:pt x="82" y="33"/>
                  </a:cubicBezTo>
                  <a:cubicBezTo>
                    <a:pt x="83" y="33"/>
                    <a:pt x="83" y="33"/>
                    <a:pt x="84" y="34"/>
                  </a:cubicBezTo>
                  <a:cubicBezTo>
                    <a:pt x="84" y="34"/>
                    <a:pt x="85" y="36"/>
                    <a:pt x="85" y="37"/>
                  </a:cubicBezTo>
                  <a:cubicBezTo>
                    <a:pt x="96" y="60"/>
                    <a:pt x="96" y="60"/>
                    <a:pt x="96" y="60"/>
                  </a:cubicBezTo>
                  <a:cubicBezTo>
                    <a:pt x="84" y="69"/>
                    <a:pt x="71" y="77"/>
                    <a:pt x="59" y="86"/>
                  </a:cubicBezTo>
                  <a:cubicBezTo>
                    <a:pt x="55" y="89"/>
                    <a:pt x="51" y="92"/>
                    <a:pt x="46" y="96"/>
                  </a:cubicBezTo>
                  <a:cubicBezTo>
                    <a:pt x="45" y="97"/>
                    <a:pt x="44" y="97"/>
                    <a:pt x="43" y="96"/>
                  </a:cubicBezTo>
                  <a:cubicBezTo>
                    <a:pt x="41" y="93"/>
                    <a:pt x="52" y="91"/>
                    <a:pt x="47" y="84"/>
                  </a:cubicBezTo>
                  <a:lnTo>
                    <a:pt x="13" y="3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22" name="Freeform 22"/>
            <p:cNvSpPr/>
            <p:nvPr/>
          </p:nvSpPr>
          <p:spPr bwMode="auto">
            <a:xfrm>
              <a:off x="3359443" y="-340535"/>
              <a:ext cx="633227" cy="690793"/>
            </a:xfrm>
            <a:custGeom>
              <a:avLst/>
              <a:gdLst>
                <a:gd name="T0" fmla="*/ 35 w 93"/>
                <a:gd name="T1" fmla="*/ 79 h 101"/>
                <a:gd name="T2" fmla="*/ 47 w 93"/>
                <a:gd name="T3" fmla="*/ 90 h 101"/>
                <a:gd name="T4" fmla="*/ 53 w 93"/>
                <a:gd name="T5" fmla="*/ 90 h 101"/>
                <a:gd name="T6" fmla="*/ 52 w 93"/>
                <a:gd name="T7" fmla="*/ 92 h 101"/>
                <a:gd name="T8" fmla="*/ 40 w 93"/>
                <a:gd name="T9" fmla="*/ 96 h 101"/>
                <a:gd name="T10" fmla="*/ 28 w 93"/>
                <a:gd name="T11" fmla="*/ 101 h 101"/>
                <a:gd name="T12" fmla="*/ 26 w 93"/>
                <a:gd name="T13" fmla="*/ 100 h 101"/>
                <a:gd name="T14" fmla="*/ 31 w 93"/>
                <a:gd name="T15" fmla="*/ 96 h 101"/>
                <a:gd name="T16" fmla="*/ 33 w 93"/>
                <a:gd name="T17" fmla="*/ 80 h 101"/>
                <a:gd name="T18" fmla="*/ 15 w 93"/>
                <a:gd name="T19" fmla="*/ 34 h 101"/>
                <a:gd name="T20" fmla="*/ 3 w 93"/>
                <a:gd name="T21" fmla="*/ 31 h 101"/>
                <a:gd name="T22" fmla="*/ 0 w 93"/>
                <a:gd name="T23" fmla="*/ 30 h 101"/>
                <a:gd name="T24" fmla="*/ 1 w 93"/>
                <a:gd name="T25" fmla="*/ 29 h 101"/>
                <a:gd name="T26" fmla="*/ 12 w 93"/>
                <a:gd name="T27" fmla="*/ 25 h 101"/>
                <a:gd name="T28" fmla="*/ 24 w 93"/>
                <a:gd name="T29" fmla="*/ 20 h 101"/>
                <a:gd name="T30" fmla="*/ 80 w 93"/>
                <a:gd name="T31" fmla="*/ 53 h 101"/>
                <a:gd name="T32" fmla="*/ 80 w 93"/>
                <a:gd name="T33" fmla="*/ 53 h 101"/>
                <a:gd name="T34" fmla="*/ 68 w 93"/>
                <a:gd name="T35" fmla="*/ 22 h 101"/>
                <a:gd name="T36" fmla="*/ 57 w 93"/>
                <a:gd name="T37" fmla="*/ 11 h 101"/>
                <a:gd name="T38" fmla="*/ 50 w 93"/>
                <a:gd name="T39" fmla="*/ 11 h 101"/>
                <a:gd name="T40" fmla="*/ 51 w 93"/>
                <a:gd name="T41" fmla="*/ 10 h 101"/>
                <a:gd name="T42" fmla="*/ 64 w 93"/>
                <a:gd name="T43" fmla="*/ 5 h 101"/>
                <a:gd name="T44" fmla="*/ 76 w 93"/>
                <a:gd name="T45" fmla="*/ 0 h 101"/>
                <a:gd name="T46" fmla="*/ 77 w 93"/>
                <a:gd name="T47" fmla="*/ 1 h 101"/>
                <a:gd name="T48" fmla="*/ 72 w 93"/>
                <a:gd name="T49" fmla="*/ 5 h 101"/>
                <a:gd name="T50" fmla="*/ 71 w 93"/>
                <a:gd name="T51" fmla="*/ 21 h 101"/>
                <a:gd name="T52" fmla="*/ 92 w 93"/>
                <a:gd name="T53" fmla="*/ 76 h 101"/>
                <a:gd name="T54" fmla="*/ 92 w 93"/>
                <a:gd name="T55" fmla="*/ 79 h 101"/>
                <a:gd name="T56" fmla="*/ 88 w 93"/>
                <a:gd name="T57" fmla="*/ 78 h 101"/>
                <a:gd name="T58" fmla="*/ 19 w 93"/>
                <a:gd name="T59" fmla="*/ 36 h 101"/>
                <a:gd name="T60" fmla="*/ 19 w 93"/>
                <a:gd name="T61" fmla="*/ 36 h 101"/>
                <a:gd name="T62" fmla="*/ 35 w 93"/>
                <a:gd name="T63" fmla="*/ 79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01">
                  <a:moveTo>
                    <a:pt x="35" y="79"/>
                  </a:moveTo>
                  <a:cubicBezTo>
                    <a:pt x="39" y="88"/>
                    <a:pt x="43" y="90"/>
                    <a:pt x="47" y="90"/>
                  </a:cubicBezTo>
                  <a:cubicBezTo>
                    <a:pt x="50" y="90"/>
                    <a:pt x="53" y="88"/>
                    <a:pt x="53" y="90"/>
                  </a:cubicBezTo>
                  <a:cubicBezTo>
                    <a:pt x="54" y="91"/>
                    <a:pt x="54" y="91"/>
                    <a:pt x="52" y="92"/>
                  </a:cubicBezTo>
                  <a:cubicBezTo>
                    <a:pt x="49" y="93"/>
                    <a:pt x="45" y="94"/>
                    <a:pt x="40" y="96"/>
                  </a:cubicBezTo>
                  <a:cubicBezTo>
                    <a:pt x="36" y="98"/>
                    <a:pt x="32" y="99"/>
                    <a:pt x="28" y="101"/>
                  </a:cubicBezTo>
                  <a:cubicBezTo>
                    <a:pt x="27" y="101"/>
                    <a:pt x="27" y="101"/>
                    <a:pt x="26" y="100"/>
                  </a:cubicBezTo>
                  <a:cubicBezTo>
                    <a:pt x="26" y="98"/>
                    <a:pt x="29" y="98"/>
                    <a:pt x="31" y="96"/>
                  </a:cubicBezTo>
                  <a:cubicBezTo>
                    <a:pt x="34" y="93"/>
                    <a:pt x="36" y="89"/>
                    <a:pt x="33" y="80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0" y="30"/>
                    <a:pt x="6" y="30"/>
                    <a:pt x="3" y="31"/>
                  </a:cubicBezTo>
                  <a:cubicBezTo>
                    <a:pt x="1" y="31"/>
                    <a:pt x="0" y="31"/>
                    <a:pt x="0" y="30"/>
                  </a:cubicBezTo>
                  <a:cubicBezTo>
                    <a:pt x="0" y="29"/>
                    <a:pt x="0" y="29"/>
                    <a:pt x="1" y="29"/>
                  </a:cubicBezTo>
                  <a:cubicBezTo>
                    <a:pt x="4" y="27"/>
                    <a:pt x="8" y="26"/>
                    <a:pt x="12" y="25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80" y="53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cubicBezTo>
                    <a:pt x="68" y="22"/>
                    <a:pt x="68" y="22"/>
                    <a:pt x="68" y="22"/>
                  </a:cubicBezTo>
                  <a:cubicBezTo>
                    <a:pt x="65" y="14"/>
                    <a:pt x="61" y="11"/>
                    <a:pt x="57" y="11"/>
                  </a:cubicBezTo>
                  <a:cubicBezTo>
                    <a:pt x="53" y="11"/>
                    <a:pt x="51" y="13"/>
                    <a:pt x="50" y="11"/>
                  </a:cubicBezTo>
                  <a:cubicBezTo>
                    <a:pt x="50" y="11"/>
                    <a:pt x="50" y="10"/>
                    <a:pt x="51" y="10"/>
                  </a:cubicBezTo>
                  <a:cubicBezTo>
                    <a:pt x="55" y="8"/>
                    <a:pt x="59" y="7"/>
                    <a:pt x="64" y="5"/>
                  </a:cubicBezTo>
                  <a:cubicBezTo>
                    <a:pt x="68" y="4"/>
                    <a:pt x="72" y="2"/>
                    <a:pt x="76" y="0"/>
                  </a:cubicBezTo>
                  <a:cubicBezTo>
                    <a:pt x="77" y="0"/>
                    <a:pt x="77" y="0"/>
                    <a:pt x="77" y="1"/>
                  </a:cubicBezTo>
                  <a:cubicBezTo>
                    <a:pt x="78" y="3"/>
                    <a:pt x="75" y="3"/>
                    <a:pt x="72" y="5"/>
                  </a:cubicBezTo>
                  <a:cubicBezTo>
                    <a:pt x="70" y="8"/>
                    <a:pt x="68" y="13"/>
                    <a:pt x="71" y="21"/>
                  </a:cubicBezTo>
                  <a:cubicBezTo>
                    <a:pt x="92" y="76"/>
                    <a:pt x="92" y="76"/>
                    <a:pt x="92" y="76"/>
                  </a:cubicBezTo>
                  <a:cubicBezTo>
                    <a:pt x="92" y="78"/>
                    <a:pt x="93" y="79"/>
                    <a:pt x="92" y="79"/>
                  </a:cubicBezTo>
                  <a:cubicBezTo>
                    <a:pt x="91" y="80"/>
                    <a:pt x="90" y="79"/>
                    <a:pt x="88" y="78"/>
                  </a:cubicBezTo>
                  <a:cubicBezTo>
                    <a:pt x="19" y="36"/>
                    <a:pt x="19" y="36"/>
                    <a:pt x="19" y="36"/>
                  </a:cubicBezTo>
                  <a:cubicBezTo>
                    <a:pt x="19" y="36"/>
                    <a:pt x="19" y="36"/>
                    <a:pt x="19" y="36"/>
                  </a:cubicBezTo>
                  <a:lnTo>
                    <a:pt x="35" y="7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23" name="Oval 23"/>
            <p:cNvSpPr>
              <a:spLocks noChangeArrowheads="1"/>
            </p:cNvSpPr>
            <p:nvPr/>
          </p:nvSpPr>
          <p:spPr bwMode="auto">
            <a:xfrm>
              <a:off x="3146449" y="4414425"/>
              <a:ext cx="143915" cy="143915"/>
            </a:xfrm>
            <a:prstGeom prst="ellipse">
              <a:avLst/>
            </a:pr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24" name="Oval 24"/>
            <p:cNvSpPr>
              <a:spLocks noChangeArrowheads="1"/>
            </p:cNvSpPr>
            <p:nvPr/>
          </p:nvSpPr>
          <p:spPr bwMode="auto">
            <a:xfrm>
              <a:off x="5895229" y="4414425"/>
              <a:ext cx="143915" cy="143915"/>
            </a:xfrm>
            <a:prstGeom prst="ellipse">
              <a:avLst/>
            </a:pr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25" name="Freeform 25"/>
            <p:cNvSpPr/>
            <p:nvPr/>
          </p:nvSpPr>
          <p:spPr bwMode="auto">
            <a:xfrm>
              <a:off x="3549412" y="4454721"/>
              <a:ext cx="374180" cy="567025"/>
            </a:xfrm>
            <a:custGeom>
              <a:avLst/>
              <a:gdLst>
                <a:gd name="T0" fmla="*/ 34 w 55"/>
                <a:gd name="T1" fmla="*/ 67 h 83"/>
                <a:gd name="T2" fmla="*/ 41 w 55"/>
                <a:gd name="T3" fmla="*/ 77 h 83"/>
                <a:gd name="T4" fmla="*/ 47 w 55"/>
                <a:gd name="T5" fmla="*/ 82 h 83"/>
                <a:gd name="T6" fmla="*/ 45 w 55"/>
                <a:gd name="T7" fmla="*/ 82 h 83"/>
                <a:gd name="T8" fmla="*/ 23 w 55"/>
                <a:gd name="T9" fmla="*/ 75 h 83"/>
                <a:gd name="T10" fmla="*/ 1 w 55"/>
                <a:gd name="T11" fmla="*/ 68 h 83"/>
                <a:gd name="T12" fmla="*/ 0 w 55"/>
                <a:gd name="T13" fmla="*/ 66 h 83"/>
                <a:gd name="T14" fmla="*/ 8 w 55"/>
                <a:gd name="T15" fmla="*/ 67 h 83"/>
                <a:gd name="T16" fmla="*/ 19 w 55"/>
                <a:gd name="T17" fmla="*/ 62 h 83"/>
                <a:gd name="T18" fmla="*/ 36 w 55"/>
                <a:gd name="T19" fmla="*/ 12 h 83"/>
                <a:gd name="T20" fmla="*/ 34 w 55"/>
                <a:gd name="T21" fmla="*/ 8 h 83"/>
                <a:gd name="T22" fmla="*/ 20 w 55"/>
                <a:gd name="T23" fmla="*/ 4 h 83"/>
                <a:gd name="T24" fmla="*/ 18 w 55"/>
                <a:gd name="T25" fmla="*/ 2 h 83"/>
                <a:gd name="T26" fmla="*/ 30 w 55"/>
                <a:gd name="T27" fmla="*/ 4 h 83"/>
                <a:gd name="T28" fmla="*/ 54 w 55"/>
                <a:gd name="T29" fmla="*/ 3 h 83"/>
                <a:gd name="T30" fmla="*/ 55 w 55"/>
                <a:gd name="T31" fmla="*/ 6 h 83"/>
                <a:gd name="T32" fmla="*/ 34 w 55"/>
                <a:gd name="T33" fmla="*/ 67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5" h="83">
                  <a:moveTo>
                    <a:pt x="34" y="67"/>
                  </a:moveTo>
                  <a:cubicBezTo>
                    <a:pt x="33" y="72"/>
                    <a:pt x="35" y="75"/>
                    <a:pt x="41" y="77"/>
                  </a:cubicBezTo>
                  <a:cubicBezTo>
                    <a:pt x="46" y="80"/>
                    <a:pt x="48" y="80"/>
                    <a:pt x="47" y="82"/>
                  </a:cubicBezTo>
                  <a:cubicBezTo>
                    <a:pt x="47" y="82"/>
                    <a:pt x="46" y="83"/>
                    <a:pt x="45" y="82"/>
                  </a:cubicBezTo>
                  <a:cubicBezTo>
                    <a:pt x="38" y="80"/>
                    <a:pt x="30" y="77"/>
                    <a:pt x="23" y="75"/>
                  </a:cubicBezTo>
                  <a:cubicBezTo>
                    <a:pt x="16" y="73"/>
                    <a:pt x="9" y="70"/>
                    <a:pt x="1" y="68"/>
                  </a:cubicBezTo>
                  <a:cubicBezTo>
                    <a:pt x="0" y="68"/>
                    <a:pt x="0" y="67"/>
                    <a:pt x="0" y="66"/>
                  </a:cubicBezTo>
                  <a:cubicBezTo>
                    <a:pt x="1" y="65"/>
                    <a:pt x="2" y="65"/>
                    <a:pt x="8" y="67"/>
                  </a:cubicBezTo>
                  <a:cubicBezTo>
                    <a:pt x="14" y="68"/>
                    <a:pt x="17" y="67"/>
                    <a:pt x="19" y="62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37" y="10"/>
                    <a:pt x="36" y="9"/>
                    <a:pt x="34" y="8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19" y="3"/>
                    <a:pt x="18" y="3"/>
                    <a:pt x="18" y="2"/>
                  </a:cubicBezTo>
                  <a:cubicBezTo>
                    <a:pt x="19" y="0"/>
                    <a:pt x="21" y="2"/>
                    <a:pt x="30" y="4"/>
                  </a:cubicBezTo>
                  <a:cubicBezTo>
                    <a:pt x="45" y="7"/>
                    <a:pt x="52" y="3"/>
                    <a:pt x="54" y="3"/>
                  </a:cubicBezTo>
                  <a:cubicBezTo>
                    <a:pt x="55" y="4"/>
                    <a:pt x="55" y="4"/>
                    <a:pt x="55" y="6"/>
                  </a:cubicBezTo>
                  <a:lnTo>
                    <a:pt x="34" y="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26" name="Freeform 26"/>
            <p:cNvSpPr>
              <a:spLocks noEditPoints="1"/>
            </p:cNvSpPr>
            <p:nvPr/>
          </p:nvSpPr>
          <p:spPr bwMode="auto">
            <a:xfrm>
              <a:off x="4102046" y="4543949"/>
              <a:ext cx="408719" cy="538242"/>
            </a:xfrm>
            <a:custGeom>
              <a:avLst/>
              <a:gdLst>
                <a:gd name="T0" fmla="*/ 32 w 60"/>
                <a:gd name="T1" fmla="*/ 2 h 79"/>
                <a:gd name="T2" fmla="*/ 58 w 60"/>
                <a:gd name="T3" fmla="*/ 39 h 79"/>
                <a:gd name="T4" fmla="*/ 8 w 60"/>
                <a:gd name="T5" fmla="*/ 79 h 79"/>
                <a:gd name="T6" fmla="*/ 7 w 60"/>
                <a:gd name="T7" fmla="*/ 78 h 79"/>
                <a:gd name="T8" fmla="*/ 40 w 60"/>
                <a:gd name="T9" fmla="*/ 46 h 79"/>
                <a:gd name="T10" fmla="*/ 25 w 60"/>
                <a:gd name="T11" fmla="*/ 49 h 79"/>
                <a:gd name="T12" fmla="*/ 1 w 60"/>
                <a:gd name="T13" fmla="*/ 23 h 79"/>
                <a:gd name="T14" fmla="*/ 32 w 60"/>
                <a:gd name="T15" fmla="*/ 2 h 79"/>
                <a:gd name="T16" fmla="*/ 28 w 60"/>
                <a:gd name="T17" fmla="*/ 47 h 79"/>
                <a:gd name="T18" fmla="*/ 41 w 60"/>
                <a:gd name="T19" fmla="*/ 42 h 79"/>
                <a:gd name="T20" fmla="*/ 44 w 60"/>
                <a:gd name="T21" fmla="*/ 32 h 79"/>
                <a:gd name="T22" fmla="*/ 32 w 60"/>
                <a:gd name="T23" fmla="*/ 4 h 79"/>
                <a:gd name="T24" fmla="*/ 16 w 60"/>
                <a:gd name="T25" fmla="*/ 24 h 79"/>
                <a:gd name="T26" fmla="*/ 28 w 60"/>
                <a:gd name="T27" fmla="*/ 47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0" h="79">
                  <a:moveTo>
                    <a:pt x="32" y="2"/>
                  </a:moveTo>
                  <a:cubicBezTo>
                    <a:pt x="51" y="4"/>
                    <a:pt x="60" y="20"/>
                    <a:pt x="58" y="39"/>
                  </a:cubicBezTo>
                  <a:cubicBezTo>
                    <a:pt x="55" y="71"/>
                    <a:pt x="13" y="79"/>
                    <a:pt x="8" y="79"/>
                  </a:cubicBezTo>
                  <a:cubicBezTo>
                    <a:pt x="7" y="79"/>
                    <a:pt x="7" y="78"/>
                    <a:pt x="7" y="78"/>
                  </a:cubicBezTo>
                  <a:cubicBezTo>
                    <a:pt x="7" y="76"/>
                    <a:pt x="31" y="73"/>
                    <a:pt x="40" y="46"/>
                  </a:cubicBezTo>
                  <a:cubicBezTo>
                    <a:pt x="36" y="48"/>
                    <a:pt x="31" y="50"/>
                    <a:pt x="25" y="49"/>
                  </a:cubicBezTo>
                  <a:cubicBezTo>
                    <a:pt x="6" y="47"/>
                    <a:pt x="0" y="34"/>
                    <a:pt x="1" y="23"/>
                  </a:cubicBezTo>
                  <a:cubicBezTo>
                    <a:pt x="2" y="10"/>
                    <a:pt x="13" y="0"/>
                    <a:pt x="32" y="2"/>
                  </a:cubicBezTo>
                  <a:close/>
                  <a:moveTo>
                    <a:pt x="28" y="47"/>
                  </a:moveTo>
                  <a:cubicBezTo>
                    <a:pt x="33" y="47"/>
                    <a:pt x="40" y="44"/>
                    <a:pt x="41" y="42"/>
                  </a:cubicBezTo>
                  <a:cubicBezTo>
                    <a:pt x="42" y="41"/>
                    <a:pt x="43" y="36"/>
                    <a:pt x="44" y="32"/>
                  </a:cubicBezTo>
                  <a:cubicBezTo>
                    <a:pt x="46" y="12"/>
                    <a:pt x="40" y="5"/>
                    <a:pt x="32" y="4"/>
                  </a:cubicBezTo>
                  <a:cubicBezTo>
                    <a:pt x="25" y="4"/>
                    <a:pt x="18" y="7"/>
                    <a:pt x="16" y="24"/>
                  </a:cubicBezTo>
                  <a:cubicBezTo>
                    <a:pt x="15" y="39"/>
                    <a:pt x="21" y="46"/>
                    <a:pt x="28" y="4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27" name="Freeform 27"/>
            <p:cNvSpPr>
              <a:spLocks noEditPoints="1"/>
            </p:cNvSpPr>
            <p:nvPr/>
          </p:nvSpPr>
          <p:spPr bwMode="auto">
            <a:xfrm>
              <a:off x="4648924" y="4558340"/>
              <a:ext cx="408719" cy="552634"/>
            </a:xfrm>
            <a:custGeom>
              <a:avLst/>
              <a:gdLst>
                <a:gd name="T0" fmla="*/ 12 w 60"/>
                <a:gd name="T1" fmla="*/ 41 h 81"/>
                <a:gd name="T2" fmla="*/ 1 w 60"/>
                <a:gd name="T3" fmla="*/ 25 h 81"/>
                <a:gd name="T4" fmla="*/ 27 w 60"/>
                <a:gd name="T5" fmla="*/ 1 h 81"/>
                <a:gd name="T6" fmla="*/ 51 w 60"/>
                <a:gd name="T7" fmla="*/ 17 h 81"/>
                <a:gd name="T8" fmla="*/ 43 w 60"/>
                <a:gd name="T9" fmla="*/ 34 h 81"/>
                <a:gd name="T10" fmla="*/ 58 w 60"/>
                <a:gd name="T11" fmla="*/ 54 h 81"/>
                <a:gd name="T12" fmla="*/ 29 w 60"/>
                <a:gd name="T13" fmla="*/ 80 h 81"/>
                <a:gd name="T14" fmla="*/ 1 w 60"/>
                <a:gd name="T15" fmla="*/ 61 h 81"/>
                <a:gd name="T16" fmla="*/ 12 w 60"/>
                <a:gd name="T17" fmla="*/ 41 h 81"/>
                <a:gd name="T18" fmla="*/ 29 w 60"/>
                <a:gd name="T19" fmla="*/ 78 h 81"/>
                <a:gd name="T20" fmla="*/ 45 w 60"/>
                <a:gd name="T21" fmla="*/ 60 h 81"/>
                <a:gd name="T22" fmla="*/ 29 w 60"/>
                <a:gd name="T23" fmla="*/ 46 h 81"/>
                <a:gd name="T24" fmla="*/ 15 w 60"/>
                <a:gd name="T25" fmla="*/ 42 h 81"/>
                <a:gd name="T26" fmla="*/ 8 w 60"/>
                <a:gd name="T27" fmla="*/ 58 h 81"/>
                <a:gd name="T28" fmla="*/ 29 w 60"/>
                <a:gd name="T29" fmla="*/ 78 h 81"/>
                <a:gd name="T30" fmla="*/ 27 w 60"/>
                <a:gd name="T31" fmla="*/ 3 h 81"/>
                <a:gd name="T32" fmla="*/ 15 w 60"/>
                <a:gd name="T33" fmla="*/ 17 h 81"/>
                <a:gd name="T34" fmla="*/ 41 w 60"/>
                <a:gd name="T35" fmla="*/ 33 h 81"/>
                <a:gd name="T36" fmla="*/ 45 w 60"/>
                <a:gd name="T37" fmla="*/ 19 h 81"/>
                <a:gd name="T38" fmla="*/ 27 w 60"/>
                <a:gd name="T39" fmla="*/ 3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" h="81">
                  <a:moveTo>
                    <a:pt x="12" y="41"/>
                  </a:moveTo>
                  <a:cubicBezTo>
                    <a:pt x="5" y="37"/>
                    <a:pt x="2" y="31"/>
                    <a:pt x="1" y="25"/>
                  </a:cubicBezTo>
                  <a:cubicBezTo>
                    <a:pt x="0" y="13"/>
                    <a:pt x="11" y="2"/>
                    <a:pt x="27" y="1"/>
                  </a:cubicBezTo>
                  <a:cubicBezTo>
                    <a:pt x="40" y="0"/>
                    <a:pt x="50" y="7"/>
                    <a:pt x="51" y="17"/>
                  </a:cubicBezTo>
                  <a:cubicBezTo>
                    <a:pt x="51" y="23"/>
                    <a:pt x="48" y="30"/>
                    <a:pt x="43" y="34"/>
                  </a:cubicBezTo>
                  <a:cubicBezTo>
                    <a:pt x="52" y="36"/>
                    <a:pt x="58" y="44"/>
                    <a:pt x="58" y="54"/>
                  </a:cubicBezTo>
                  <a:cubicBezTo>
                    <a:pt x="60" y="67"/>
                    <a:pt x="48" y="78"/>
                    <a:pt x="29" y="80"/>
                  </a:cubicBezTo>
                  <a:cubicBezTo>
                    <a:pt x="13" y="81"/>
                    <a:pt x="2" y="72"/>
                    <a:pt x="1" y="61"/>
                  </a:cubicBezTo>
                  <a:cubicBezTo>
                    <a:pt x="0" y="54"/>
                    <a:pt x="4" y="46"/>
                    <a:pt x="12" y="41"/>
                  </a:cubicBezTo>
                  <a:close/>
                  <a:moveTo>
                    <a:pt x="29" y="78"/>
                  </a:moveTo>
                  <a:cubicBezTo>
                    <a:pt x="40" y="77"/>
                    <a:pt x="46" y="69"/>
                    <a:pt x="45" y="60"/>
                  </a:cubicBezTo>
                  <a:cubicBezTo>
                    <a:pt x="44" y="54"/>
                    <a:pt x="41" y="50"/>
                    <a:pt x="29" y="46"/>
                  </a:cubicBezTo>
                  <a:cubicBezTo>
                    <a:pt x="17" y="43"/>
                    <a:pt x="16" y="42"/>
                    <a:pt x="15" y="42"/>
                  </a:cubicBezTo>
                  <a:cubicBezTo>
                    <a:pt x="13" y="42"/>
                    <a:pt x="7" y="49"/>
                    <a:pt x="8" y="58"/>
                  </a:cubicBezTo>
                  <a:cubicBezTo>
                    <a:pt x="9" y="71"/>
                    <a:pt x="17" y="79"/>
                    <a:pt x="29" y="78"/>
                  </a:cubicBezTo>
                  <a:close/>
                  <a:moveTo>
                    <a:pt x="27" y="3"/>
                  </a:moveTo>
                  <a:cubicBezTo>
                    <a:pt x="19" y="4"/>
                    <a:pt x="14" y="9"/>
                    <a:pt x="15" y="17"/>
                  </a:cubicBezTo>
                  <a:cubicBezTo>
                    <a:pt x="16" y="29"/>
                    <a:pt x="33" y="31"/>
                    <a:pt x="41" y="33"/>
                  </a:cubicBezTo>
                  <a:cubicBezTo>
                    <a:pt x="44" y="30"/>
                    <a:pt x="45" y="27"/>
                    <a:pt x="45" y="19"/>
                  </a:cubicBezTo>
                  <a:cubicBezTo>
                    <a:pt x="44" y="8"/>
                    <a:pt x="37" y="2"/>
                    <a:pt x="27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28" name="Freeform 28"/>
            <p:cNvSpPr/>
            <p:nvPr/>
          </p:nvSpPr>
          <p:spPr bwMode="auto">
            <a:xfrm>
              <a:off x="5152627" y="4454721"/>
              <a:ext cx="443259" cy="575661"/>
            </a:xfrm>
            <a:custGeom>
              <a:avLst/>
              <a:gdLst>
                <a:gd name="T0" fmla="*/ 43 w 65"/>
                <a:gd name="T1" fmla="*/ 28 h 84"/>
                <a:gd name="T2" fmla="*/ 61 w 65"/>
                <a:gd name="T3" fmla="*/ 44 h 84"/>
                <a:gd name="T4" fmla="*/ 39 w 65"/>
                <a:gd name="T5" fmla="*/ 79 h 84"/>
                <a:gd name="T6" fmla="*/ 9 w 65"/>
                <a:gd name="T7" fmla="*/ 72 h 84"/>
                <a:gd name="T8" fmla="*/ 14 w 65"/>
                <a:gd name="T9" fmla="*/ 62 h 84"/>
                <a:gd name="T10" fmla="*/ 25 w 65"/>
                <a:gd name="T11" fmla="*/ 70 h 84"/>
                <a:gd name="T12" fmla="*/ 38 w 65"/>
                <a:gd name="T13" fmla="*/ 77 h 84"/>
                <a:gd name="T14" fmla="*/ 48 w 65"/>
                <a:gd name="T15" fmla="*/ 55 h 84"/>
                <a:gd name="T16" fmla="*/ 31 w 65"/>
                <a:gd name="T17" fmla="*/ 41 h 84"/>
                <a:gd name="T18" fmla="*/ 21 w 65"/>
                <a:gd name="T19" fmla="*/ 42 h 84"/>
                <a:gd name="T20" fmla="*/ 30 w 65"/>
                <a:gd name="T21" fmla="*/ 36 h 84"/>
                <a:gd name="T22" fmla="*/ 32 w 65"/>
                <a:gd name="T23" fmla="*/ 21 h 84"/>
                <a:gd name="T24" fmla="*/ 14 w 65"/>
                <a:gd name="T25" fmla="*/ 13 h 84"/>
                <a:gd name="T26" fmla="*/ 2 w 65"/>
                <a:gd name="T27" fmla="*/ 26 h 84"/>
                <a:gd name="T28" fmla="*/ 1 w 65"/>
                <a:gd name="T29" fmla="*/ 26 h 84"/>
                <a:gd name="T30" fmla="*/ 18 w 65"/>
                <a:gd name="T31" fmla="*/ 3 h 84"/>
                <a:gd name="T32" fmla="*/ 45 w 65"/>
                <a:gd name="T33" fmla="*/ 14 h 84"/>
                <a:gd name="T34" fmla="*/ 43 w 65"/>
                <a:gd name="T35" fmla="*/ 28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5" h="84">
                  <a:moveTo>
                    <a:pt x="43" y="28"/>
                  </a:moveTo>
                  <a:cubicBezTo>
                    <a:pt x="51" y="31"/>
                    <a:pt x="58" y="35"/>
                    <a:pt x="61" y="44"/>
                  </a:cubicBezTo>
                  <a:cubicBezTo>
                    <a:pt x="65" y="58"/>
                    <a:pt x="55" y="74"/>
                    <a:pt x="39" y="79"/>
                  </a:cubicBezTo>
                  <a:cubicBezTo>
                    <a:pt x="24" y="84"/>
                    <a:pt x="11" y="80"/>
                    <a:pt x="9" y="72"/>
                  </a:cubicBezTo>
                  <a:cubicBezTo>
                    <a:pt x="8" y="68"/>
                    <a:pt x="10" y="63"/>
                    <a:pt x="14" y="62"/>
                  </a:cubicBezTo>
                  <a:cubicBezTo>
                    <a:pt x="20" y="60"/>
                    <a:pt x="23" y="62"/>
                    <a:pt x="25" y="70"/>
                  </a:cubicBezTo>
                  <a:cubicBezTo>
                    <a:pt x="28" y="77"/>
                    <a:pt x="33" y="79"/>
                    <a:pt x="38" y="77"/>
                  </a:cubicBezTo>
                  <a:cubicBezTo>
                    <a:pt x="47" y="74"/>
                    <a:pt x="51" y="66"/>
                    <a:pt x="48" y="55"/>
                  </a:cubicBezTo>
                  <a:cubicBezTo>
                    <a:pt x="45" y="46"/>
                    <a:pt x="38" y="41"/>
                    <a:pt x="31" y="41"/>
                  </a:cubicBezTo>
                  <a:cubicBezTo>
                    <a:pt x="26" y="41"/>
                    <a:pt x="22" y="43"/>
                    <a:pt x="21" y="42"/>
                  </a:cubicBezTo>
                  <a:cubicBezTo>
                    <a:pt x="21" y="39"/>
                    <a:pt x="26" y="40"/>
                    <a:pt x="30" y="36"/>
                  </a:cubicBezTo>
                  <a:cubicBezTo>
                    <a:pt x="33" y="33"/>
                    <a:pt x="34" y="27"/>
                    <a:pt x="32" y="21"/>
                  </a:cubicBezTo>
                  <a:cubicBezTo>
                    <a:pt x="29" y="13"/>
                    <a:pt x="23" y="10"/>
                    <a:pt x="14" y="13"/>
                  </a:cubicBezTo>
                  <a:cubicBezTo>
                    <a:pt x="2" y="17"/>
                    <a:pt x="4" y="26"/>
                    <a:pt x="2" y="26"/>
                  </a:cubicBezTo>
                  <a:cubicBezTo>
                    <a:pt x="1" y="27"/>
                    <a:pt x="1" y="26"/>
                    <a:pt x="1" y="26"/>
                  </a:cubicBezTo>
                  <a:cubicBezTo>
                    <a:pt x="0" y="23"/>
                    <a:pt x="3" y="8"/>
                    <a:pt x="18" y="3"/>
                  </a:cubicBezTo>
                  <a:cubicBezTo>
                    <a:pt x="29" y="0"/>
                    <a:pt x="41" y="3"/>
                    <a:pt x="45" y="14"/>
                  </a:cubicBezTo>
                  <a:cubicBezTo>
                    <a:pt x="46" y="19"/>
                    <a:pt x="45" y="23"/>
                    <a:pt x="43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29" name="Freeform 29"/>
            <p:cNvSpPr>
              <a:spLocks noEditPoints="1"/>
            </p:cNvSpPr>
            <p:nvPr/>
          </p:nvSpPr>
          <p:spPr bwMode="auto">
            <a:xfrm>
              <a:off x="1502936" y="-740618"/>
              <a:ext cx="6188355" cy="6185476"/>
            </a:xfrm>
            <a:custGeom>
              <a:avLst/>
              <a:gdLst>
                <a:gd name="T0" fmla="*/ 454 w 907"/>
                <a:gd name="T1" fmla="*/ 907 h 907"/>
                <a:gd name="T2" fmla="*/ 277 w 907"/>
                <a:gd name="T3" fmla="*/ 871 h 907"/>
                <a:gd name="T4" fmla="*/ 133 w 907"/>
                <a:gd name="T5" fmla="*/ 774 h 907"/>
                <a:gd name="T6" fmla="*/ 36 w 907"/>
                <a:gd name="T7" fmla="*/ 630 h 907"/>
                <a:gd name="T8" fmla="*/ 0 w 907"/>
                <a:gd name="T9" fmla="*/ 453 h 907"/>
                <a:gd name="T10" fmla="*/ 36 w 907"/>
                <a:gd name="T11" fmla="*/ 277 h 907"/>
                <a:gd name="T12" fmla="*/ 133 w 907"/>
                <a:gd name="T13" fmla="*/ 133 h 907"/>
                <a:gd name="T14" fmla="*/ 277 w 907"/>
                <a:gd name="T15" fmla="*/ 35 h 907"/>
                <a:gd name="T16" fmla="*/ 454 w 907"/>
                <a:gd name="T17" fmla="*/ 0 h 907"/>
                <a:gd name="T18" fmla="*/ 630 w 907"/>
                <a:gd name="T19" fmla="*/ 35 h 907"/>
                <a:gd name="T20" fmla="*/ 774 w 907"/>
                <a:gd name="T21" fmla="*/ 133 h 907"/>
                <a:gd name="T22" fmla="*/ 871 w 907"/>
                <a:gd name="T23" fmla="*/ 277 h 907"/>
                <a:gd name="T24" fmla="*/ 907 w 907"/>
                <a:gd name="T25" fmla="*/ 453 h 907"/>
                <a:gd name="T26" fmla="*/ 871 w 907"/>
                <a:gd name="T27" fmla="*/ 630 h 907"/>
                <a:gd name="T28" fmla="*/ 774 w 907"/>
                <a:gd name="T29" fmla="*/ 774 h 907"/>
                <a:gd name="T30" fmla="*/ 630 w 907"/>
                <a:gd name="T31" fmla="*/ 871 h 907"/>
                <a:gd name="T32" fmla="*/ 454 w 907"/>
                <a:gd name="T33" fmla="*/ 907 h 907"/>
                <a:gd name="T34" fmla="*/ 454 w 907"/>
                <a:gd name="T35" fmla="*/ 16 h 907"/>
                <a:gd name="T36" fmla="*/ 16 w 907"/>
                <a:gd name="T37" fmla="*/ 453 h 907"/>
                <a:gd name="T38" fmla="*/ 454 w 907"/>
                <a:gd name="T39" fmla="*/ 891 h 907"/>
                <a:gd name="T40" fmla="*/ 891 w 907"/>
                <a:gd name="T41" fmla="*/ 453 h 907"/>
                <a:gd name="T42" fmla="*/ 454 w 907"/>
                <a:gd name="T43" fmla="*/ 16 h 9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07" h="907">
                  <a:moveTo>
                    <a:pt x="454" y="907"/>
                  </a:moveTo>
                  <a:cubicBezTo>
                    <a:pt x="392" y="907"/>
                    <a:pt x="333" y="895"/>
                    <a:pt x="277" y="871"/>
                  </a:cubicBezTo>
                  <a:cubicBezTo>
                    <a:pt x="223" y="848"/>
                    <a:pt x="174" y="816"/>
                    <a:pt x="133" y="774"/>
                  </a:cubicBezTo>
                  <a:cubicBezTo>
                    <a:pt x="91" y="732"/>
                    <a:pt x="58" y="684"/>
                    <a:pt x="36" y="630"/>
                  </a:cubicBezTo>
                  <a:cubicBezTo>
                    <a:pt x="12" y="574"/>
                    <a:pt x="0" y="515"/>
                    <a:pt x="0" y="453"/>
                  </a:cubicBezTo>
                  <a:cubicBezTo>
                    <a:pt x="0" y="392"/>
                    <a:pt x="12" y="333"/>
                    <a:pt x="36" y="277"/>
                  </a:cubicBezTo>
                  <a:cubicBezTo>
                    <a:pt x="58" y="223"/>
                    <a:pt x="91" y="174"/>
                    <a:pt x="133" y="133"/>
                  </a:cubicBezTo>
                  <a:cubicBezTo>
                    <a:pt x="174" y="91"/>
                    <a:pt x="223" y="58"/>
                    <a:pt x="277" y="35"/>
                  </a:cubicBezTo>
                  <a:cubicBezTo>
                    <a:pt x="333" y="12"/>
                    <a:pt x="392" y="0"/>
                    <a:pt x="454" y="0"/>
                  </a:cubicBezTo>
                  <a:cubicBezTo>
                    <a:pt x="515" y="0"/>
                    <a:pt x="574" y="12"/>
                    <a:pt x="630" y="35"/>
                  </a:cubicBezTo>
                  <a:cubicBezTo>
                    <a:pt x="684" y="58"/>
                    <a:pt x="733" y="91"/>
                    <a:pt x="774" y="133"/>
                  </a:cubicBezTo>
                  <a:cubicBezTo>
                    <a:pt x="816" y="174"/>
                    <a:pt x="849" y="223"/>
                    <a:pt x="871" y="277"/>
                  </a:cubicBezTo>
                  <a:cubicBezTo>
                    <a:pt x="895" y="333"/>
                    <a:pt x="907" y="392"/>
                    <a:pt x="907" y="453"/>
                  </a:cubicBezTo>
                  <a:cubicBezTo>
                    <a:pt x="907" y="515"/>
                    <a:pt x="895" y="574"/>
                    <a:pt x="871" y="630"/>
                  </a:cubicBezTo>
                  <a:cubicBezTo>
                    <a:pt x="849" y="684"/>
                    <a:pt x="816" y="732"/>
                    <a:pt x="774" y="774"/>
                  </a:cubicBezTo>
                  <a:cubicBezTo>
                    <a:pt x="733" y="816"/>
                    <a:pt x="684" y="848"/>
                    <a:pt x="630" y="871"/>
                  </a:cubicBezTo>
                  <a:cubicBezTo>
                    <a:pt x="574" y="895"/>
                    <a:pt x="515" y="907"/>
                    <a:pt x="454" y="907"/>
                  </a:cubicBezTo>
                  <a:close/>
                  <a:moveTo>
                    <a:pt x="454" y="16"/>
                  </a:moveTo>
                  <a:cubicBezTo>
                    <a:pt x="212" y="16"/>
                    <a:pt x="16" y="212"/>
                    <a:pt x="16" y="453"/>
                  </a:cubicBezTo>
                  <a:cubicBezTo>
                    <a:pt x="16" y="695"/>
                    <a:pt x="212" y="891"/>
                    <a:pt x="454" y="891"/>
                  </a:cubicBezTo>
                  <a:cubicBezTo>
                    <a:pt x="695" y="891"/>
                    <a:pt x="891" y="695"/>
                    <a:pt x="891" y="453"/>
                  </a:cubicBezTo>
                  <a:cubicBezTo>
                    <a:pt x="891" y="212"/>
                    <a:pt x="695" y="16"/>
                    <a:pt x="454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30" name="Freeform 30"/>
            <p:cNvSpPr/>
            <p:nvPr/>
          </p:nvSpPr>
          <p:spPr bwMode="auto">
            <a:xfrm>
              <a:off x="4041600" y="2572310"/>
              <a:ext cx="94985" cy="48930"/>
            </a:xfrm>
            <a:custGeom>
              <a:avLst/>
              <a:gdLst>
                <a:gd name="T0" fmla="*/ 3 w 14"/>
                <a:gd name="T1" fmla="*/ 6 h 7"/>
                <a:gd name="T2" fmla="*/ 7 w 14"/>
                <a:gd name="T3" fmla="*/ 7 h 7"/>
                <a:gd name="T4" fmla="*/ 13 w 14"/>
                <a:gd name="T5" fmla="*/ 4 h 7"/>
                <a:gd name="T6" fmla="*/ 14 w 14"/>
                <a:gd name="T7" fmla="*/ 4 h 7"/>
                <a:gd name="T8" fmla="*/ 7 w 14"/>
                <a:gd name="T9" fmla="*/ 0 h 7"/>
                <a:gd name="T10" fmla="*/ 0 w 14"/>
                <a:gd name="T11" fmla="*/ 3 h 7"/>
                <a:gd name="T12" fmla="*/ 3 w 14"/>
                <a:gd name="T13" fmla="*/ 6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7">
                  <a:moveTo>
                    <a:pt x="3" y="6"/>
                  </a:moveTo>
                  <a:cubicBezTo>
                    <a:pt x="4" y="7"/>
                    <a:pt x="5" y="7"/>
                    <a:pt x="7" y="7"/>
                  </a:cubicBezTo>
                  <a:cubicBezTo>
                    <a:pt x="10" y="7"/>
                    <a:pt x="12" y="5"/>
                    <a:pt x="13" y="4"/>
                  </a:cubicBezTo>
                  <a:cubicBezTo>
                    <a:pt x="13" y="4"/>
                    <a:pt x="14" y="4"/>
                    <a:pt x="14" y="4"/>
                  </a:cubicBezTo>
                  <a:cubicBezTo>
                    <a:pt x="14" y="2"/>
                    <a:pt x="9" y="0"/>
                    <a:pt x="7" y="0"/>
                  </a:cubicBezTo>
                  <a:cubicBezTo>
                    <a:pt x="4" y="0"/>
                    <a:pt x="0" y="3"/>
                    <a:pt x="0" y="3"/>
                  </a:cubicBezTo>
                  <a:cubicBezTo>
                    <a:pt x="0" y="4"/>
                    <a:pt x="2" y="6"/>
                    <a:pt x="3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31" name="Freeform 31"/>
            <p:cNvSpPr/>
            <p:nvPr/>
          </p:nvSpPr>
          <p:spPr bwMode="auto">
            <a:xfrm>
              <a:off x="3877539" y="2949368"/>
              <a:ext cx="379936" cy="74836"/>
            </a:xfrm>
            <a:custGeom>
              <a:avLst/>
              <a:gdLst>
                <a:gd name="T0" fmla="*/ 55 w 56"/>
                <a:gd name="T1" fmla="*/ 7 h 11"/>
                <a:gd name="T2" fmla="*/ 40 w 56"/>
                <a:gd name="T3" fmla="*/ 2 h 11"/>
                <a:gd name="T4" fmla="*/ 5 w 56"/>
                <a:gd name="T5" fmla="*/ 2 h 11"/>
                <a:gd name="T6" fmla="*/ 1 w 56"/>
                <a:gd name="T7" fmla="*/ 6 h 11"/>
                <a:gd name="T8" fmla="*/ 24 w 56"/>
                <a:gd name="T9" fmla="*/ 11 h 11"/>
                <a:gd name="T10" fmla="*/ 33 w 56"/>
                <a:gd name="T11" fmla="*/ 10 h 11"/>
                <a:gd name="T12" fmla="*/ 55 w 56"/>
                <a:gd name="T13" fmla="*/ 7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11">
                  <a:moveTo>
                    <a:pt x="55" y="7"/>
                  </a:moveTo>
                  <a:cubicBezTo>
                    <a:pt x="56" y="0"/>
                    <a:pt x="54" y="2"/>
                    <a:pt x="40" y="2"/>
                  </a:cubicBezTo>
                  <a:cubicBezTo>
                    <a:pt x="33" y="2"/>
                    <a:pt x="11" y="1"/>
                    <a:pt x="5" y="2"/>
                  </a:cubicBezTo>
                  <a:cubicBezTo>
                    <a:pt x="2" y="3"/>
                    <a:pt x="1" y="5"/>
                    <a:pt x="1" y="6"/>
                  </a:cubicBezTo>
                  <a:cubicBezTo>
                    <a:pt x="1" y="11"/>
                    <a:pt x="0" y="11"/>
                    <a:pt x="24" y="11"/>
                  </a:cubicBezTo>
                  <a:cubicBezTo>
                    <a:pt x="33" y="10"/>
                    <a:pt x="33" y="10"/>
                    <a:pt x="33" y="10"/>
                  </a:cubicBezTo>
                  <a:cubicBezTo>
                    <a:pt x="48" y="9"/>
                    <a:pt x="52" y="11"/>
                    <a:pt x="55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32" name="Freeform 32"/>
            <p:cNvSpPr>
              <a:spLocks noEditPoints="1"/>
            </p:cNvSpPr>
            <p:nvPr/>
          </p:nvSpPr>
          <p:spPr bwMode="auto">
            <a:xfrm>
              <a:off x="2717581" y="465391"/>
              <a:ext cx="3759066" cy="3764823"/>
            </a:xfrm>
            <a:custGeom>
              <a:avLst/>
              <a:gdLst>
                <a:gd name="T0" fmla="*/ 551 w 551"/>
                <a:gd name="T1" fmla="*/ 169 h 552"/>
                <a:gd name="T2" fmla="*/ 366 w 551"/>
                <a:gd name="T3" fmla="*/ 5 h 552"/>
                <a:gd name="T4" fmla="*/ 201 w 551"/>
                <a:gd name="T5" fmla="*/ 16 h 552"/>
                <a:gd name="T6" fmla="*/ 169 w 551"/>
                <a:gd name="T7" fmla="*/ 0 h 552"/>
                <a:gd name="T8" fmla="*/ 78 w 551"/>
                <a:gd name="T9" fmla="*/ 172 h 552"/>
                <a:gd name="T10" fmla="*/ 6 w 551"/>
                <a:gd name="T11" fmla="*/ 259 h 552"/>
                <a:gd name="T12" fmla="*/ 78 w 551"/>
                <a:gd name="T13" fmla="*/ 268 h 552"/>
                <a:gd name="T14" fmla="*/ 6 w 551"/>
                <a:gd name="T15" fmla="*/ 355 h 552"/>
                <a:gd name="T16" fmla="*/ 85 w 551"/>
                <a:gd name="T17" fmla="*/ 349 h 552"/>
                <a:gd name="T18" fmla="*/ 187 w 551"/>
                <a:gd name="T19" fmla="*/ 486 h 552"/>
                <a:gd name="T20" fmla="*/ 169 w 551"/>
                <a:gd name="T21" fmla="*/ 552 h 552"/>
                <a:gd name="T22" fmla="*/ 254 w 551"/>
                <a:gd name="T23" fmla="*/ 486 h 552"/>
                <a:gd name="T24" fmla="*/ 298 w 551"/>
                <a:gd name="T25" fmla="*/ 477 h 552"/>
                <a:gd name="T26" fmla="*/ 336 w 551"/>
                <a:gd name="T27" fmla="*/ 477 h 552"/>
                <a:gd name="T28" fmla="*/ 473 w 551"/>
                <a:gd name="T29" fmla="*/ 379 h 552"/>
                <a:gd name="T30" fmla="*/ 546 w 551"/>
                <a:gd name="T31" fmla="*/ 395 h 552"/>
                <a:gd name="T32" fmla="*/ 466 w 551"/>
                <a:gd name="T33" fmla="*/ 268 h 552"/>
                <a:gd name="T34" fmla="*/ 551 w 551"/>
                <a:gd name="T35" fmla="*/ 355 h 552"/>
                <a:gd name="T36" fmla="*/ 466 w 551"/>
                <a:gd name="T37" fmla="*/ 165 h 552"/>
                <a:gd name="T38" fmla="*/ 413 w 551"/>
                <a:gd name="T39" fmla="*/ 178 h 552"/>
                <a:gd name="T40" fmla="*/ 319 w 551"/>
                <a:gd name="T41" fmla="*/ 143 h 552"/>
                <a:gd name="T42" fmla="*/ 319 w 551"/>
                <a:gd name="T43" fmla="*/ 143 h 552"/>
                <a:gd name="T44" fmla="*/ 315 w 551"/>
                <a:gd name="T45" fmla="*/ 209 h 552"/>
                <a:gd name="T46" fmla="*/ 309 w 551"/>
                <a:gd name="T47" fmla="*/ 215 h 552"/>
                <a:gd name="T48" fmla="*/ 294 w 551"/>
                <a:gd name="T49" fmla="*/ 138 h 552"/>
                <a:gd name="T50" fmla="*/ 291 w 551"/>
                <a:gd name="T51" fmla="*/ 237 h 552"/>
                <a:gd name="T52" fmla="*/ 211 w 551"/>
                <a:gd name="T53" fmla="*/ 419 h 552"/>
                <a:gd name="T54" fmla="*/ 157 w 551"/>
                <a:gd name="T55" fmla="*/ 404 h 552"/>
                <a:gd name="T56" fmla="*/ 157 w 551"/>
                <a:gd name="T57" fmla="*/ 372 h 552"/>
                <a:gd name="T58" fmla="*/ 242 w 551"/>
                <a:gd name="T59" fmla="*/ 393 h 552"/>
                <a:gd name="T60" fmla="*/ 128 w 551"/>
                <a:gd name="T61" fmla="*/ 379 h 552"/>
                <a:gd name="T62" fmla="*/ 161 w 551"/>
                <a:gd name="T63" fmla="*/ 308 h 552"/>
                <a:gd name="T64" fmla="*/ 137 w 551"/>
                <a:gd name="T65" fmla="*/ 335 h 552"/>
                <a:gd name="T66" fmla="*/ 178 w 551"/>
                <a:gd name="T67" fmla="*/ 296 h 552"/>
                <a:gd name="T68" fmla="*/ 212 w 551"/>
                <a:gd name="T69" fmla="*/ 304 h 552"/>
                <a:gd name="T70" fmla="*/ 214 w 551"/>
                <a:gd name="T71" fmla="*/ 334 h 552"/>
                <a:gd name="T72" fmla="*/ 177 w 551"/>
                <a:gd name="T73" fmla="*/ 314 h 552"/>
                <a:gd name="T74" fmla="*/ 240 w 551"/>
                <a:gd name="T75" fmla="*/ 326 h 552"/>
                <a:gd name="T76" fmla="*/ 231 w 551"/>
                <a:gd name="T77" fmla="*/ 298 h 552"/>
                <a:gd name="T78" fmla="*/ 199 w 551"/>
                <a:gd name="T79" fmla="*/ 226 h 552"/>
                <a:gd name="T80" fmla="*/ 146 w 551"/>
                <a:gd name="T81" fmla="*/ 181 h 552"/>
                <a:gd name="T82" fmla="*/ 197 w 551"/>
                <a:gd name="T83" fmla="*/ 131 h 552"/>
                <a:gd name="T84" fmla="*/ 245 w 551"/>
                <a:gd name="T85" fmla="*/ 170 h 552"/>
                <a:gd name="T86" fmla="*/ 207 w 551"/>
                <a:gd name="T87" fmla="*/ 85 h 552"/>
                <a:gd name="T88" fmla="*/ 317 w 551"/>
                <a:gd name="T89" fmla="*/ 392 h 552"/>
                <a:gd name="T90" fmla="*/ 300 w 551"/>
                <a:gd name="T91" fmla="*/ 392 h 552"/>
                <a:gd name="T92" fmla="*/ 299 w 551"/>
                <a:gd name="T93" fmla="*/ 354 h 552"/>
                <a:gd name="T94" fmla="*/ 338 w 551"/>
                <a:gd name="T95" fmla="*/ 314 h 552"/>
                <a:gd name="T96" fmla="*/ 340 w 551"/>
                <a:gd name="T97" fmla="*/ 395 h 552"/>
                <a:gd name="T98" fmla="*/ 365 w 551"/>
                <a:gd name="T99" fmla="*/ 294 h 552"/>
                <a:gd name="T100" fmla="*/ 392 w 551"/>
                <a:gd name="T101" fmla="*/ 429 h 552"/>
                <a:gd name="T102" fmla="*/ 391 w 551"/>
                <a:gd name="T103" fmla="*/ 291 h 552"/>
                <a:gd name="T104" fmla="*/ 417 w 551"/>
                <a:gd name="T105" fmla="*/ 409 h 552"/>
                <a:gd name="T106" fmla="*/ 407 w 551"/>
                <a:gd name="T107" fmla="*/ 289 h 552"/>
                <a:gd name="T108" fmla="*/ 385 w 551"/>
                <a:gd name="T109" fmla="*/ 267 h 552"/>
                <a:gd name="T110" fmla="*/ 334 w 551"/>
                <a:gd name="T111" fmla="*/ 272 h 552"/>
                <a:gd name="T112" fmla="*/ 346 w 551"/>
                <a:gd name="T113" fmla="*/ 190 h 552"/>
                <a:gd name="T114" fmla="*/ 422 w 551"/>
                <a:gd name="T115" fmla="*/ 190 h 552"/>
                <a:gd name="T116" fmla="*/ 426 w 551"/>
                <a:gd name="T117" fmla="*/ 261 h 5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51" h="552">
                  <a:moveTo>
                    <a:pt x="466" y="157"/>
                  </a:moveTo>
                  <a:cubicBezTo>
                    <a:pt x="466" y="163"/>
                    <a:pt x="469" y="168"/>
                    <a:pt x="473" y="172"/>
                  </a:cubicBezTo>
                  <a:cubicBezTo>
                    <a:pt x="473" y="172"/>
                    <a:pt x="473" y="172"/>
                    <a:pt x="473" y="172"/>
                  </a:cubicBezTo>
                  <a:cubicBezTo>
                    <a:pt x="545" y="244"/>
                    <a:pt x="545" y="244"/>
                    <a:pt x="545" y="244"/>
                  </a:cubicBezTo>
                  <a:cubicBezTo>
                    <a:pt x="545" y="244"/>
                    <a:pt x="545" y="244"/>
                    <a:pt x="545" y="244"/>
                  </a:cubicBezTo>
                  <a:cubicBezTo>
                    <a:pt x="549" y="248"/>
                    <a:pt x="551" y="253"/>
                    <a:pt x="551" y="259"/>
                  </a:cubicBezTo>
                  <a:cubicBezTo>
                    <a:pt x="551" y="169"/>
                    <a:pt x="551" y="169"/>
                    <a:pt x="551" y="169"/>
                  </a:cubicBezTo>
                  <a:cubicBezTo>
                    <a:pt x="551" y="165"/>
                    <a:pt x="549" y="159"/>
                    <a:pt x="546" y="156"/>
                  </a:cubicBezTo>
                  <a:cubicBezTo>
                    <a:pt x="395" y="5"/>
                    <a:pt x="395" y="5"/>
                    <a:pt x="395" y="5"/>
                  </a:cubicBezTo>
                  <a:cubicBezTo>
                    <a:pt x="392" y="2"/>
                    <a:pt x="386" y="0"/>
                    <a:pt x="382" y="0"/>
                  </a:cubicBezTo>
                  <a:cubicBezTo>
                    <a:pt x="371" y="0"/>
                    <a:pt x="371" y="0"/>
                    <a:pt x="371" y="0"/>
                  </a:cubicBezTo>
                  <a:cubicBezTo>
                    <a:pt x="371" y="0"/>
                    <a:pt x="371" y="0"/>
                    <a:pt x="371" y="0"/>
                  </a:cubicBezTo>
                  <a:cubicBezTo>
                    <a:pt x="371" y="0"/>
                    <a:pt x="371" y="0"/>
                    <a:pt x="371" y="0"/>
                  </a:cubicBezTo>
                  <a:cubicBezTo>
                    <a:pt x="368" y="0"/>
                    <a:pt x="366" y="2"/>
                    <a:pt x="366" y="5"/>
                  </a:cubicBezTo>
                  <a:cubicBezTo>
                    <a:pt x="366" y="77"/>
                    <a:pt x="366" y="77"/>
                    <a:pt x="366" y="77"/>
                  </a:cubicBezTo>
                  <a:cubicBezTo>
                    <a:pt x="366" y="81"/>
                    <a:pt x="362" y="85"/>
                    <a:pt x="358" y="85"/>
                  </a:cubicBezTo>
                  <a:cubicBezTo>
                    <a:pt x="350" y="85"/>
                    <a:pt x="350" y="85"/>
                    <a:pt x="350" y="85"/>
                  </a:cubicBezTo>
                  <a:cubicBezTo>
                    <a:pt x="350" y="16"/>
                    <a:pt x="350" y="16"/>
                    <a:pt x="350" y="16"/>
                  </a:cubicBezTo>
                  <a:cubicBezTo>
                    <a:pt x="350" y="7"/>
                    <a:pt x="343" y="0"/>
                    <a:pt x="334" y="0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208" y="0"/>
                    <a:pt x="201" y="7"/>
                    <a:pt x="201" y="16"/>
                  </a:cubicBezTo>
                  <a:cubicBezTo>
                    <a:pt x="201" y="85"/>
                    <a:pt x="201" y="85"/>
                    <a:pt x="201" y="85"/>
                  </a:cubicBezTo>
                  <a:cubicBezTo>
                    <a:pt x="193" y="85"/>
                    <a:pt x="193" y="85"/>
                    <a:pt x="193" y="85"/>
                  </a:cubicBezTo>
                  <a:cubicBezTo>
                    <a:pt x="189" y="85"/>
                    <a:pt x="185" y="81"/>
                    <a:pt x="185" y="77"/>
                  </a:cubicBezTo>
                  <a:cubicBezTo>
                    <a:pt x="185" y="5"/>
                    <a:pt x="185" y="5"/>
                    <a:pt x="185" y="5"/>
                  </a:cubicBezTo>
                  <a:cubicBezTo>
                    <a:pt x="185" y="2"/>
                    <a:pt x="183" y="0"/>
                    <a:pt x="180" y="0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169" y="0"/>
                    <a:pt x="169" y="0"/>
                    <a:pt x="169" y="0"/>
                  </a:cubicBezTo>
                  <a:cubicBezTo>
                    <a:pt x="165" y="0"/>
                    <a:pt x="159" y="2"/>
                    <a:pt x="156" y="5"/>
                  </a:cubicBezTo>
                  <a:cubicBezTo>
                    <a:pt x="5" y="156"/>
                    <a:pt x="5" y="156"/>
                    <a:pt x="5" y="156"/>
                  </a:cubicBezTo>
                  <a:cubicBezTo>
                    <a:pt x="2" y="159"/>
                    <a:pt x="0" y="165"/>
                    <a:pt x="0" y="169"/>
                  </a:cubicBezTo>
                  <a:cubicBezTo>
                    <a:pt x="0" y="259"/>
                    <a:pt x="0" y="259"/>
                    <a:pt x="0" y="259"/>
                  </a:cubicBezTo>
                  <a:cubicBezTo>
                    <a:pt x="0" y="253"/>
                    <a:pt x="2" y="248"/>
                    <a:pt x="6" y="244"/>
                  </a:cubicBezTo>
                  <a:cubicBezTo>
                    <a:pt x="6" y="244"/>
                    <a:pt x="6" y="244"/>
                    <a:pt x="6" y="244"/>
                  </a:cubicBezTo>
                  <a:cubicBezTo>
                    <a:pt x="78" y="172"/>
                    <a:pt x="78" y="172"/>
                    <a:pt x="78" y="172"/>
                  </a:cubicBezTo>
                  <a:cubicBezTo>
                    <a:pt x="78" y="172"/>
                    <a:pt x="78" y="172"/>
                    <a:pt x="78" y="172"/>
                  </a:cubicBezTo>
                  <a:cubicBezTo>
                    <a:pt x="82" y="168"/>
                    <a:pt x="85" y="163"/>
                    <a:pt x="85" y="157"/>
                  </a:cubicBezTo>
                  <a:cubicBezTo>
                    <a:pt x="85" y="165"/>
                    <a:pt x="85" y="165"/>
                    <a:pt x="85" y="165"/>
                  </a:cubicBezTo>
                  <a:cubicBezTo>
                    <a:pt x="85" y="172"/>
                    <a:pt x="85" y="172"/>
                    <a:pt x="85" y="172"/>
                  </a:cubicBezTo>
                  <a:cubicBezTo>
                    <a:pt x="85" y="178"/>
                    <a:pt x="82" y="183"/>
                    <a:pt x="78" y="187"/>
                  </a:cubicBezTo>
                  <a:cubicBezTo>
                    <a:pt x="78" y="187"/>
                    <a:pt x="78" y="187"/>
                    <a:pt x="78" y="187"/>
                  </a:cubicBezTo>
                  <a:cubicBezTo>
                    <a:pt x="6" y="259"/>
                    <a:pt x="6" y="259"/>
                    <a:pt x="6" y="259"/>
                  </a:cubicBezTo>
                  <a:cubicBezTo>
                    <a:pt x="6" y="259"/>
                    <a:pt x="6" y="259"/>
                    <a:pt x="6" y="259"/>
                  </a:cubicBezTo>
                  <a:cubicBezTo>
                    <a:pt x="2" y="263"/>
                    <a:pt x="0" y="268"/>
                    <a:pt x="0" y="274"/>
                  </a:cubicBezTo>
                  <a:cubicBezTo>
                    <a:pt x="0" y="355"/>
                    <a:pt x="0" y="355"/>
                    <a:pt x="0" y="355"/>
                  </a:cubicBezTo>
                  <a:cubicBezTo>
                    <a:pt x="0" y="350"/>
                    <a:pt x="2" y="344"/>
                    <a:pt x="6" y="340"/>
                  </a:cubicBezTo>
                  <a:cubicBezTo>
                    <a:pt x="6" y="340"/>
                    <a:pt x="6" y="340"/>
                    <a:pt x="6" y="340"/>
                  </a:cubicBezTo>
                  <a:cubicBezTo>
                    <a:pt x="78" y="269"/>
                    <a:pt x="78" y="269"/>
                    <a:pt x="78" y="269"/>
                  </a:cubicBezTo>
                  <a:cubicBezTo>
                    <a:pt x="78" y="268"/>
                    <a:pt x="78" y="268"/>
                    <a:pt x="78" y="268"/>
                  </a:cubicBezTo>
                  <a:cubicBezTo>
                    <a:pt x="82" y="265"/>
                    <a:pt x="85" y="259"/>
                    <a:pt x="85" y="253"/>
                  </a:cubicBezTo>
                  <a:cubicBezTo>
                    <a:pt x="85" y="262"/>
                    <a:pt x="85" y="262"/>
                    <a:pt x="85" y="262"/>
                  </a:cubicBezTo>
                  <a:cubicBezTo>
                    <a:pt x="85" y="268"/>
                    <a:pt x="85" y="268"/>
                    <a:pt x="85" y="268"/>
                  </a:cubicBezTo>
                  <a:cubicBezTo>
                    <a:pt x="85" y="274"/>
                    <a:pt x="82" y="279"/>
                    <a:pt x="78" y="283"/>
                  </a:cubicBezTo>
                  <a:cubicBezTo>
                    <a:pt x="78" y="283"/>
                    <a:pt x="78" y="283"/>
                    <a:pt x="78" y="283"/>
                  </a:cubicBezTo>
                  <a:cubicBezTo>
                    <a:pt x="6" y="355"/>
                    <a:pt x="6" y="355"/>
                    <a:pt x="6" y="355"/>
                  </a:cubicBezTo>
                  <a:cubicBezTo>
                    <a:pt x="6" y="355"/>
                    <a:pt x="6" y="355"/>
                    <a:pt x="6" y="355"/>
                  </a:cubicBezTo>
                  <a:cubicBezTo>
                    <a:pt x="2" y="359"/>
                    <a:pt x="0" y="364"/>
                    <a:pt x="0" y="370"/>
                  </a:cubicBezTo>
                  <a:cubicBezTo>
                    <a:pt x="0" y="382"/>
                    <a:pt x="0" y="382"/>
                    <a:pt x="0" y="382"/>
                  </a:cubicBezTo>
                  <a:cubicBezTo>
                    <a:pt x="0" y="387"/>
                    <a:pt x="2" y="392"/>
                    <a:pt x="5" y="395"/>
                  </a:cubicBezTo>
                  <a:cubicBezTo>
                    <a:pt x="26" y="417"/>
                    <a:pt x="26" y="417"/>
                    <a:pt x="26" y="417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82" y="361"/>
                    <a:pt x="85" y="355"/>
                    <a:pt x="85" y="349"/>
                  </a:cubicBezTo>
                  <a:cubicBezTo>
                    <a:pt x="85" y="358"/>
                    <a:pt x="85" y="358"/>
                    <a:pt x="85" y="358"/>
                  </a:cubicBezTo>
                  <a:cubicBezTo>
                    <a:pt x="85" y="364"/>
                    <a:pt x="85" y="364"/>
                    <a:pt x="85" y="364"/>
                  </a:cubicBezTo>
                  <a:cubicBezTo>
                    <a:pt x="85" y="370"/>
                    <a:pt x="82" y="375"/>
                    <a:pt x="78" y="379"/>
                  </a:cubicBezTo>
                  <a:cubicBezTo>
                    <a:pt x="78" y="379"/>
                    <a:pt x="78" y="379"/>
                    <a:pt x="78" y="379"/>
                  </a:cubicBezTo>
                  <a:cubicBezTo>
                    <a:pt x="34" y="424"/>
                    <a:pt x="34" y="424"/>
                    <a:pt x="34" y="424"/>
                  </a:cubicBezTo>
                  <a:cubicBezTo>
                    <a:pt x="155" y="545"/>
                    <a:pt x="155" y="545"/>
                    <a:pt x="155" y="545"/>
                  </a:cubicBezTo>
                  <a:cubicBezTo>
                    <a:pt x="187" y="486"/>
                    <a:pt x="187" y="486"/>
                    <a:pt x="187" y="486"/>
                  </a:cubicBezTo>
                  <a:cubicBezTo>
                    <a:pt x="190" y="481"/>
                    <a:pt x="196" y="477"/>
                    <a:pt x="202" y="477"/>
                  </a:cubicBezTo>
                  <a:cubicBezTo>
                    <a:pt x="207" y="477"/>
                    <a:pt x="207" y="477"/>
                    <a:pt x="207" y="477"/>
                  </a:cubicBezTo>
                  <a:cubicBezTo>
                    <a:pt x="215" y="477"/>
                    <a:pt x="215" y="477"/>
                    <a:pt x="215" y="477"/>
                  </a:cubicBezTo>
                  <a:cubicBezTo>
                    <a:pt x="208" y="477"/>
                    <a:pt x="203" y="481"/>
                    <a:pt x="200" y="486"/>
                  </a:cubicBezTo>
                  <a:cubicBezTo>
                    <a:pt x="200" y="486"/>
                    <a:pt x="200" y="486"/>
                    <a:pt x="200" y="486"/>
                  </a:cubicBezTo>
                  <a:cubicBezTo>
                    <a:pt x="164" y="551"/>
                    <a:pt x="164" y="551"/>
                    <a:pt x="164" y="551"/>
                  </a:cubicBezTo>
                  <a:cubicBezTo>
                    <a:pt x="166" y="551"/>
                    <a:pt x="167" y="552"/>
                    <a:pt x="169" y="552"/>
                  </a:cubicBezTo>
                  <a:cubicBezTo>
                    <a:pt x="231" y="552"/>
                    <a:pt x="231" y="552"/>
                    <a:pt x="231" y="552"/>
                  </a:cubicBezTo>
                  <a:cubicBezTo>
                    <a:pt x="243" y="486"/>
                    <a:pt x="243" y="486"/>
                    <a:pt x="243" y="486"/>
                  </a:cubicBezTo>
                  <a:cubicBezTo>
                    <a:pt x="244" y="481"/>
                    <a:pt x="248" y="477"/>
                    <a:pt x="253" y="477"/>
                  </a:cubicBezTo>
                  <a:cubicBezTo>
                    <a:pt x="254" y="477"/>
                    <a:pt x="254" y="477"/>
                    <a:pt x="254" y="477"/>
                  </a:cubicBezTo>
                  <a:cubicBezTo>
                    <a:pt x="255" y="477"/>
                    <a:pt x="255" y="477"/>
                    <a:pt x="255" y="477"/>
                  </a:cubicBezTo>
                  <a:cubicBezTo>
                    <a:pt x="264" y="477"/>
                    <a:pt x="264" y="477"/>
                    <a:pt x="264" y="477"/>
                  </a:cubicBezTo>
                  <a:cubicBezTo>
                    <a:pt x="259" y="477"/>
                    <a:pt x="255" y="481"/>
                    <a:pt x="254" y="486"/>
                  </a:cubicBezTo>
                  <a:cubicBezTo>
                    <a:pt x="242" y="552"/>
                    <a:pt x="242" y="552"/>
                    <a:pt x="242" y="552"/>
                  </a:cubicBezTo>
                  <a:cubicBezTo>
                    <a:pt x="309" y="552"/>
                    <a:pt x="309" y="552"/>
                    <a:pt x="309" y="552"/>
                  </a:cubicBezTo>
                  <a:cubicBezTo>
                    <a:pt x="297" y="486"/>
                    <a:pt x="297" y="486"/>
                    <a:pt x="297" y="486"/>
                  </a:cubicBezTo>
                  <a:cubicBezTo>
                    <a:pt x="296" y="481"/>
                    <a:pt x="292" y="477"/>
                    <a:pt x="287" y="477"/>
                  </a:cubicBezTo>
                  <a:cubicBezTo>
                    <a:pt x="296" y="477"/>
                    <a:pt x="296" y="477"/>
                    <a:pt x="296" y="477"/>
                  </a:cubicBezTo>
                  <a:cubicBezTo>
                    <a:pt x="297" y="477"/>
                    <a:pt x="297" y="477"/>
                    <a:pt x="297" y="477"/>
                  </a:cubicBezTo>
                  <a:cubicBezTo>
                    <a:pt x="298" y="477"/>
                    <a:pt x="298" y="477"/>
                    <a:pt x="298" y="477"/>
                  </a:cubicBezTo>
                  <a:cubicBezTo>
                    <a:pt x="303" y="477"/>
                    <a:pt x="307" y="481"/>
                    <a:pt x="308" y="486"/>
                  </a:cubicBezTo>
                  <a:cubicBezTo>
                    <a:pt x="320" y="552"/>
                    <a:pt x="320" y="552"/>
                    <a:pt x="320" y="552"/>
                  </a:cubicBezTo>
                  <a:cubicBezTo>
                    <a:pt x="382" y="552"/>
                    <a:pt x="382" y="552"/>
                    <a:pt x="382" y="552"/>
                  </a:cubicBezTo>
                  <a:cubicBezTo>
                    <a:pt x="384" y="552"/>
                    <a:pt x="385" y="551"/>
                    <a:pt x="387" y="551"/>
                  </a:cubicBezTo>
                  <a:cubicBezTo>
                    <a:pt x="351" y="486"/>
                    <a:pt x="351" y="486"/>
                    <a:pt x="351" y="486"/>
                  </a:cubicBezTo>
                  <a:cubicBezTo>
                    <a:pt x="351" y="486"/>
                    <a:pt x="351" y="486"/>
                    <a:pt x="351" y="486"/>
                  </a:cubicBezTo>
                  <a:cubicBezTo>
                    <a:pt x="348" y="481"/>
                    <a:pt x="343" y="477"/>
                    <a:pt x="336" y="477"/>
                  </a:cubicBezTo>
                  <a:cubicBezTo>
                    <a:pt x="344" y="477"/>
                    <a:pt x="344" y="477"/>
                    <a:pt x="344" y="477"/>
                  </a:cubicBezTo>
                  <a:cubicBezTo>
                    <a:pt x="349" y="477"/>
                    <a:pt x="349" y="477"/>
                    <a:pt x="349" y="477"/>
                  </a:cubicBezTo>
                  <a:cubicBezTo>
                    <a:pt x="355" y="477"/>
                    <a:pt x="361" y="481"/>
                    <a:pt x="364" y="486"/>
                  </a:cubicBezTo>
                  <a:cubicBezTo>
                    <a:pt x="396" y="545"/>
                    <a:pt x="396" y="545"/>
                    <a:pt x="396" y="545"/>
                  </a:cubicBezTo>
                  <a:cubicBezTo>
                    <a:pt x="517" y="424"/>
                    <a:pt x="517" y="424"/>
                    <a:pt x="517" y="424"/>
                  </a:cubicBezTo>
                  <a:cubicBezTo>
                    <a:pt x="473" y="379"/>
                    <a:pt x="473" y="379"/>
                    <a:pt x="473" y="379"/>
                  </a:cubicBezTo>
                  <a:cubicBezTo>
                    <a:pt x="473" y="379"/>
                    <a:pt x="473" y="379"/>
                    <a:pt x="473" y="379"/>
                  </a:cubicBezTo>
                  <a:cubicBezTo>
                    <a:pt x="469" y="375"/>
                    <a:pt x="466" y="370"/>
                    <a:pt x="466" y="364"/>
                  </a:cubicBezTo>
                  <a:cubicBezTo>
                    <a:pt x="466" y="358"/>
                    <a:pt x="466" y="358"/>
                    <a:pt x="466" y="358"/>
                  </a:cubicBezTo>
                  <a:cubicBezTo>
                    <a:pt x="466" y="349"/>
                    <a:pt x="466" y="349"/>
                    <a:pt x="466" y="349"/>
                  </a:cubicBezTo>
                  <a:cubicBezTo>
                    <a:pt x="466" y="355"/>
                    <a:pt x="469" y="361"/>
                    <a:pt x="473" y="365"/>
                  </a:cubicBezTo>
                  <a:cubicBezTo>
                    <a:pt x="473" y="365"/>
                    <a:pt x="473" y="365"/>
                    <a:pt x="473" y="365"/>
                  </a:cubicBezTo>
                  <a:cubicBezTo>
                    <a:pt x="525" y="417"/>
                    <a:pt x="525" y="417"/>
                    <a:pt x="525" y="417"/>
                  </a:cubicBezTo>
                  <a:cubicBezTo>
                    <a:pt x="546" y="395"/>
                    <a:pt x="546" y="395"/>
                    <a:pt x="546" y="395"/>
                  </a:cubicBezTo>
                  <a:cubicBezTo>
                    <a:pt x="549" y="392"/>
                    <a:pt x="551" y="387"/>
                    <a:pt x="551" y="382"/>
                  </a:cubicBezTo>
                  <a:cubicBezTo>
                    <a:pt x="551" y="370"/>
                    <a:pt x="551" y="370"/>
                    <a:pt x="551" y="370"/>
                  </a:cubicBezTo>
                  <a:cubicBezTo>
                    <a:pt x="551" y="364"/>
                    <a:pt x="549" y="359"/>
                    <a:pt x="545" y="355"/>
                  </a:cubicBezTo>
                  <a:cubicBezTo>
                    <a:pt x="545" y="355"/>
                    <a:pt x="545" y="355"/>
                    <a:pt x="545" y="355"/>
                  </a:cubicBezTo>
                  <a:cubicBezTo>
                    <a:pt x="473" y="283"/>
                    <a:pt x="473" y="283"/>
                    <a:pt x="473" y="283"/>
                  </a:cubicBezTo>
                  <a:cubicBezTo>
                    <a:pt x="473" y="283"/>
                    <a:pt x="473" y="283"/>
                    <a:pt x="473" y="283"/>
                  </a:cubicBezTo>
                  <a:cubicBezTo>
                    <a:pt x="469" y="279"/>
                    <a:pt x="466" y="274"/>
                    <a:pt x="466" y="268"/>
                  </a:cubicBezTo>
                  <a:cubicBezTo>
                    <a:pt x="466" y="262"/>
                    <a:pt x="466" y="262"/>
                    <a:pt x="466" y="262"/>
                  </a:cubicBezTo>
                  <a:cubicBezTo>
                    <a:pt x="466" y="253"/>
                    <a:pt x="466" y="253"/>
                    <a:pt x="466" y="253"/>
                  </a:cubicBezTo>
                  <a:cubicBezTo>
                    <a:pt x="466" y="259"/>
                    <a:pt x="469" y="265"/>
                    <a:pt x="473" y="268"/>
                  </a:cubicBezTo>
                  <a:cubicBezTo>
                    <a:pt x="473" y="269"/>
                    <a:pt x="473" y="269"/>
                    <a:pt x="473" y="269"/>
                  </a:cubicBezTo>
                  <a:cubicBezTo>
                    <a:pt x="545" y="340"/>
                    <a:pt x="545" y="340"/>
                    <a:pt x="545" y="340"/>
                  </a:cubicBezTo>
                  <a:cubicBezTo>
                    <a:pt x="545" y="340"/>
                    <a:pt x="545" y="340"/>
                    <a:pt x="545" y="340"/>
                  </a:cubicBezTo>
                  <a:cubicBezTo>
                    <a:pt x="549" y="344"/>
                    <a:pt x="551" y="350"/>
                    <a:pt x="551" y="355"/>
                  </a:cubicBezTo>
                  <a:cubicBezTo>
                    <a:pt x="551" y="274"/>
                    <a:pt x="551" y="274"/>
                    <a:pt x="551" y="274"/>
                  </a:cubicBezTo>
                  <a:cubicBezTo>
                    <a:pt x="551" y="268"/>
                    <a:pt x="549" y="263"/>
                    <a:pt x="545" y="259"/>
                  </a:cubicBezTo>
                  <a:cubicBezTo>
                    <a:pt x="545" y="259"/>
                    <a:pt x="545" y="259"/>
                    <a:pt x="545" y="259"/>
                  </a:cubicBezTo>
                  <a:cubicBezTo>
                    <a:pt x="473" y="187"/>
                    <a:pt x="473" y="187"/>
                    <a:pt x="473" y="187"/>
                  </a:cubicBezTo>
                  <a:cubicBezTo>
                    <a:pt x="473" y="187"/>
                    <a:pt x="473" y="187"/>
                    <a:pt x="473" y="187"/>
                  </a:cubicBezTo>
                  <a:cubicBezTo>
                    <a:pt x="469" y="183"/>
                    <a:pt x="466" y="178"/>
                    <a:pt x="466" y="172"/>
                  </a:cubicBezTo>
                  <a:cubicBezTo>
                    <a:pt x="466" y="165"/>
                    <a:pt x="466" y="165"/>
                    <a:pt x="466" y="165"/>
                  </a:cubicBezTo>
                  <a:lnTo>
                    <a:pt x="466" y="157"/>
                  </a:lnTo>
                  <a:close/>
                  <a:moveTo>
                    <a:pt x="334" y="162"/>
                  </a:moveTo>
                  <a:cubicBezTo>
                    <a:pt x="337" y="139"/>
                    <a:pt x="337" y="142"/>
                    <a:pt x="350" y="137"/>
                  </a:cubicBezTo>
                  <a:cubicBezTo>
                    <a:pt x="364" y="134"/>
                    <a:pt x="372" y="132"/>
                    <a:pt x="380" y="132"/>
                  </a:cubicBezTo>
                  <a:cubicBezTo>
                    <a:pt x="388" y="133"/>
                    <a:pt x="405" y="133"/>
                    <a:pt x="420" y="139"/>
                  </a:cubicBezTo>
                  <a:cubicBezTo>
                    <a:pt x="427" y="141"/>
                    <a:pt x="424" y="144"/>
                    <a:pt x="425" y="169"/>
                  </a:cubicBezTo>
                  <a:cubicBezTo>
                    <a:pt x="424" y="179"/>
                    <a:pt x="423" y="177"/>
                    <a:pt x="413" y="178"/>
                  </a:cubicBezTo>
                  <a:cubicBezTo>
                    <a:pt x="405" y="178"/>
                    <a:pt x="401" y="179"/>
                    <a:pt x="390" y="176"/>
                  </a:cubicBezTo>
                  <a:cubicBezTo>
                    <a:pt x="387" y="171"/>
                    <a:pt x="383" y="149"/>
                    <a:pt x="375" y="151"/>
                  </a:cubicBezTo>
                  <a:cubicBezTo>
                    <a:pt x="372" y="154"/>
                    <a:pt x="375" y="154"/>
                    <a:pt x="369" y="165"/>
                  </a:cubicBezTo>
                  <a:cubicBezTo>
                    <a:pt x="368" y="167"/>
                    <a:pt x="366" y="172"/>
                    <a:pt x="364" y="175"/>
                  </a:cubicBezTo>
                  <a:cubicBezTo>
                    <a:pt x="356" y="178"/>
                    <a:pt x="350" y="177"/>
                    <a:pt x="341" y="178"/>
                  </a:cubicBezTo>
                  <a:cubicBezTo>
                    <a:pt x="332" y="177"/>
                    <a:pt x="335" y="173"/>
                    <a:pt x="334" y="162"/>
                  </a:cubicBezTo>
                  <a:close/>
                  <a:moveTo>
                    <a:pt x="319" y="143"/>
                  </a:moveTo>
                  <a:cubicBezTo>
                    <a:pt x="319" y="138"/>
                    <a:pt x="319" y="137"/>
                    <a:pt x="323" y="137"/>
                  </a:cubicBezTo>
                  <a:cubicBezTo>
                    <a:pt x="329" y="137"/>
                    <a:pt x="329" y="139"/>
                    <a:pt x="329" y="142"/>
                  </a:cubicBezTo>
                  <a:cubicBezTo>
                    <a:pt x="329" y="147"/>
                    <a:pt x="329" y="157"/>
                    <a:pt x="329" y="166"/>
                  </a:cubicBezTo>
                  <a:cubicBezTo>
                    <a:pt x="329" y="172"/>
                    <a:pt x="329" y="183"/>
                    <a:pt x="324" y="185"/>
                  </a:cubicBezTo>
                  <a:cubicBezTo>
                    <a:pt x="320" y="185"/>
                    <a:pt x="317" y="186"/>
                    <a:pt x="317" y="180"/>
                  </a:cubicBezTo>
                  <a:cubicBezTo>
                    <a:pt x="317" y="177"/>
                    <a:pt x="318" y="172"/>
                    <a:pt x="319" y="168"/>
                  </a:cubicBezTo>
                  <a:cubicBezTo>
                    <a:pt x="320" y="163"/>
                    <a:pt x="319" y="149"/>
                    <a:pt x="319" y="143"/>
                  </a:cubicBezTo>
                  <a:close/>
                  <a:moveTo>
                    <a:pt x="322" y="199"/>
                  </a:moveTo>
                  <a:cubicBezTo>
                    <a:pt x="327" y="202"/>
                    <a:pt x="327" y="219"/>
                    <a:pt x="327" y="219"/>
                  </a:cubicBezTo>
                  <a:cubicBezTo>
                    <a:pt x="328" y="221"/>
                    <a:pt x="328" y="237"/>
                    <a:pt x="328" y="242"/>
                  </a:cubicBezTo>
                  <a:cubicBezTo>
                    <a:pt x="328" y="247"/>
                    <a:pt x="328" y="251"/>
                    <a:pt x="328" y="253"/>
                  </a:cubicBezTo>
                  <a:cubicBezTo>
                    <a:pt x="326" y="254"/>
                    <a:pt x="324" y="255"/>
                    <a:pt x="321" y="254"/>
                  </a:cubicBezTo>
                  <a:cubicBezTo>
                    <a:pt x="318" y="253"/>
                    <a:pt x="317" y="239"/>
                    <a:pt x="317" y="234"/>
                  </a:cubicBezTo>
                  <a:cubicBezTo>
                    <a:pt x="317" y="230"/>
                    <a:pt x="317" y="220"/>
                    <a:pt x="315" y="209"/>
                  </a:cubicBezTo>
                  <a:cubicBezTo>
                    <a:pt x="314" y="199"/>
                    <a:pt x="315" y="200"/>
                    <a:pt x="322" y="199"/>
                  </a:cubicBezTo>
                  <a:close/>
                  <a:moveTo>
                    <a:pt x="300" y="190"/>
                  </a:moveTo>
                  <a:cubicBezTo>
                    <a:pt x="301" y="182"/>
                    <a:pt x="303" y="157"/>
                    <a:pt x="302" y="150"/>
                  </a:cubicBezTo>
                  <a:cubicBezTo>
                    <a:pt x="303" y="146"/>
                    <a:pt x="302" y="140"/>
                    <a:pt x="303" y="135"/>
                  </a:cubicBezTo>
                  <a:cubicBezTo>
                    <a:pt x="304" y="133"/>
                    <a:pt x="306" y="133"/>
                    <a:pt x="310" y="133"/>
                  </a:cubicBezTo>
                  <a:cubicBezTo>
                    <a:pt x="316" y="131"/>
                    <a:pt x="314" y="152"/>
                    <a:pt x="314" y="152"/>
                  </a:cubicBezTo>
                  <a:cubicBezTo>
                    <a:pt x="314" y="170"/>
                    <a:pt x="309" y="206"/>
                    <a:pt x="309" y="215"/>
                  </a:cubicBezTo>
                  <a:cubicBezTo>
                    <a:pt x="307" y="230"/>
                    <a:pt x="314" y="271"/>
                    <a:pt x="310" y="275"/>
                  </a:cubicBezTo>
                  <a:cubicBezTo>
                    <a:pt x="309" y="276"/>
                    <a:pt x="304" y="276"/>
                    <a:pt x="303" y="274"/>
                  </a:cubicBezTo>
                  <a:cubicBezTo>
                    <a:pt x="299" y="263"/>
                    <a:pt x="299" y="246"/>
                    <a:pt x="298" y="232"/>
                  </a:cubicBezTo>
                  <a:cubicBezTo>
                    <a:pt x="297" y="215"/>
                    <a:pt x="300" y="197"/>
                    <a:pt x="300" y="190"/>
                  </a:cubicBezTo>
                  <a:close/>
                  <a:moveTo>
                    <a:pt x="285" y="166"/>
                  </a:moveTo>
                  <a:cubicBezTo>
                    <a:pt x="287" y="155"/>
                    <a:pt x="286" y="143"/>
                    <a:pt x="287" y="139"/>
                  </a:cubicBezTo>
                  <a:cubicBezTo>
                    <a:pt x="288" y="138"/>
                    <a:pt x="291" y="137"/>
                    <a:pt x="294" y="138"/>
                  </a:cubicBezTo>
                  <a:cubicBezTo>
                    <a:pt x="298" y="141"/>
                    <a:pt x="299" y="177"/>
                    <a:pt x="290" y="184"/>
                  </a:cubicBezTo>
                  <a:cubicBezTo>
                    <a:pt x="288" y="184"/>
                    <a:pt x="284" y="184"/>
                    <a:pt x="283" y="182"/>
                  </a:cubicBezTo>
                  <a:cubicBezTo>
                    <a:pt x="282" y="180"/>
                    <a:pt x="283" y="174"/>
                    <a:pt x="285" y="166"/>
                  </a:cubicBezTo>
                  <a:close/>
                  <a:moveTo>
                    <a:pt x="280" y="214"/>
                  </a:moveTo>
                  <a:cubicBezTo>
                    <a:pt x="280" y="200"/>
                    <a:pt x="281" y="197"/>
                    <a:pt x="284" y="193"/>
                  </a:cubicBezTo>
                  <a:cubicBezTo>
                    <a:pt x="287" y="191"/>
                    <a:pt x="291" y="193"/>
                    <a:pt x="293" y="195"/>
                  </a:cubicBezTo>
                  <a:cubicBezTo>
                    <a:pt x="295" y="200"/>
                    <a:pt x="291" y="225"/>
                    <a:pt x="291" y="237"/>
                  </a:cubicBezTo>
                  <a:cubicBezTo>
                    <a:pt x="290" y="248"/>
                    <a:pt x="294" y="259"/>
                    <a:pt x="289" y="261"/>
                  </a:cubicBezTo>
                  <a:cubicBezTo>
                    <a:pt x="285" y="262"/>
                    <a:pt x="281" y="261"/>
                    <a:pt x="281" y="258"/>
                  </a:cubicBezTo>
                  <a:cubicBezTo>
                    <a:pt x="279" y="244"/>
                    <a:pt x="280" y="214"/>
                    <a:pt x="280" y="214"/>
                  </a:cubicBezTo>
                  <a:close/>
                  <a:moveTo>
                    <a:pt x="267" y="388"/>
                  </a:moveTo>
                  <a:cubicBezTo>
                    <a:pt x="266" y="407"/>
                    <a:pt x="266" y="405"/>
                    <a:pt x="253" y="405"/>
                  </a:cubicBezTo>
                  <a:cubicBezTo>
                    <a:pt x="242" y="405"/>
                    <a:pt x="214" y="405"/>
                    <a:pt x="212" y="406"/>
                  </a:cubicBezTo>
                  <a:cubicBezTo>
                    <a:pt x="212" y="408"/>
                    <a:pt x="211" y="414"/>
                    <a:pt x="211" y="419"/>
                  </a:cubicBezTo>
                  <a:cubicBezTo>
                    <a:pt x="212" y="426"/>
                    <a:pt x="216" y="428"/>
                    <a:pt x="186" y="431"/>
                  </a:cubicBezTo>
                  <a:cubicBezTo>
                    <a:pt x="179" y="432"/>
                    <a:pt x="134" y="430"/>
                    <a:pt x="131" y="425"/>
                  </a:cubicBezTo>
                  <a:cubicBezTo>
                    <a:pt x="128" y="419"/>
                    <a:pt x="122" y="411"/>
                    <a:pt x="127" y="403"/>
                  </a:cubicBezTo>
                  <a:cubicBezTo>
                    <a:pt x="133" y="408"/>
                    <a:pt x="139" y="412"/>
                    <a:pt x="153" y="417"/>
                  </a:cubicBezTo>
                  <a:cubicBezTo>
                    <a:pt x="164" y="419"/>
                    <a:pt x="181" y="420"/>
                    <a:pt x="191" y="418"/>
                  </a:cubicBezTo>
                  <a:cubicBezTo>
                    <a:pt x="197" y="415"/>
                    <a:pt x="197" y="413"/>
                    <a:pt x="196" y="406"/>
                  </a:cubicBezTo>
                  <a:cubicBezTo>
                    <a:pt x="175" y="405"/>
                    <a:pt x="164" y="404"/>
                    <a:pt x="157" y="404"/>
                  </a:cubicBezTo>
                  <a:cubicBezTo>
                    <a:pt x="146" y="403"/>
                    <a:pt x="146" y="403"/>
                    <a:pt x="146" y="397"/>
                  </a:cubicBezTo>
                  <a:cubicBezTo>
                    <a:pt x="147" y="392"/>
                    <a:pt x="148" y="391"/>
                    <a:pt x="155" y="392"/>
                  </a:cubicBezTo>
                  <a:cubicBezTo>
                    <a:pt x="160" y="392"/>
                    <a:pt x="168" y="393"/>
                    <a:pt x="180" y="393"/>
                  </a:cubicBezTo>
                  <a:cubicBezTo>
                    <a:pt x="189" y="393"/>
                    <a:pt x="196" y="393"/>
                    <a:pt x="196" y="393"/>
                  </a:cubicBezTo>
                  <a:cubicBezTo>
                    <a:pt x="196" y="384"/>
                    <a:pt x="196" y="384"/>
                    <a:pt x="196" y="384"/>
                  </a:cubicBezTo>
                  <a:cubicBezTo>
                    <a:pt x="196" y="384"/>
                    <a:pt x="180" y="384"/>
                    <a:pt x="174" y="384"/>
                  </a:cubicBezTo>
                  <a:cubicBezTo>
                    <a:pt x="155" y="383"/>
                    <a:pt x="158" y="381"/>
                    <a:pt x="157" y="372"/>
                  </a:cubicBezTo>
                  <a:cubicBezTo>
                    <a:pt x="159" y="356"/>
                    <a:pt x="159" y="358"/>
                    <a:pt x="173" y="357"/>
                  </a:cubicBezTo>
                  <a:cubicBezTo>
                    <a:pt x="185" y="357"/>
                    <a:pt x="219" y="357"/>
                    <a:pt x="228" y="357"/>
                  </a:cubicBezTo>
                  <a:cubicBezTo>
                    <a:pt x="242" y="358"/>
                    <a:pt x="240" y="359"/>
                    <a:pt x="240" y="371"/>
                  </a:cubicBezTo>
                  <a:cubicBezTo>
                    <a:pt x="238" y="378"/>
                    <a:pt x="241" y="381"/>
                    <a:pt x="227" y="383"/>
                  </a:cubicBezTo>
                  <a:cubicBezTo>
                    <a:pt x="225" y="383"/>
                    <a:pt x="212" y="384"/>
                    <a:pt x="212" y="384"/>
                  </a:cubicBezTo>
                  <a:cubicBezTo>
                    <a:pt x="212" y="393"/>
                    <a:pt x="212" y="393"/>
                    <a:pt x="212" y="393"/>
                  </a:cubicBezTo>
                  <a:cubicBezTo>
                    <a:pt x="242" y="393"/>
                    <a:pt x="242" y="393"/>
                    <a:pt x="242" y="393"/>
                  </a:cubicBezTo>
                  <a:cubicBezTo>
                    <a:pt x="242" y="393"/>
                    <a:pt x="253" y="393"/>
                    <a:pt x="253" y="384"/>
                  </a:cubicBezTo>
                  <a:cubicBezTo>
                    <a:pt x="253" y="375"/>
                    <a:pt x="255" y="361"/>
                    <a:pt x="255" y="361"/>
                  </a:cubicBezTo>
                  <a:cubicBezTo>
                    <a:pt x="255" y="361"/>
                    <a:pt x="255" y="351"/>
                    <a:pt x="245" y="351"/>
                  </a:cubicBezTo>
                  <a:cubicBezTo>
                    <a:pt x="236" y="351"/>
                    <a:pt x="184" y="350"/>
                    <a:pt x="163" y="351"/>
                  </a:cubicBezTo>
                  <a:cubicBezTo>
                    <a:pt x="147" y="351"/>
                    <a:pt x="146" y="354"/>
                    <a:pt x="145" y="359"/>
                  </a:cubicBezTo>
                  <a:cubicBezTo>
                    <a:pt x="144" y="366"/>
                    <a:pt x="142" y="392"/>
                    <a:pt x="138" y="390"/>
                  </a:cubicBezTo>
                  <a:cubicBezTo>
                    <a:pt x="125" y="387"/>
                    <a:pt x="128" y="386"/>
                    <a:pt x="128" y="379"/>
                  </a:cubicBezTo>
                  <a:cubicBezTo>
                    <a:pt x="129" y="369"/>
                    <a:pt x="130" y="359"/>
                    <a:pt x="132" y="350"/>
                  </a:cubicBezTo>
                  <a:cubicBezTo>
                    <a:pt x="135" y="343"/>
                    <a:pt x="136" y="339"/>
                    <a:pt x="176" y="339"/>
                  </a:cubicBezTo>
                  <a:cubicBezTo>
                    <a:pt x="195" y="339"/>
                    <a:pt x="249" y="339"/>
                    <a:pt x="249" y="339"/>
                  </a:cubicBezTo>
                  <a:cubicBezTo>
                    <a:pt x="261" y="340"/>
                    <a:pt x="265" y="340"/>
                    <a:pt x="267" y="352"/>
                  </a:cubicBezTo>
                  <a:cubicBezTo>
                    <a:pt x="269" y="369"/>
                    <a:pt x="268" y="375"/>
                    <a:pt x="267" y="388"/>
                  </a:cubicBezTo>
                  <a:close/>
                  <a:moveTo>
                    <a:pt x="146" y="306"/>
                  </a:moveTo>
                  <a:cubicBezTo>
                    <a:pt x="146" y="309"/>
                    <a:pt x="151" y="309"/>
                    <a:pt x="161" y="308"/>
                  </a:cubicBezTo>
                  <a:cubicBezTo>
                    <a:pt x="169" y="308"/>
                    <a:pt x="168" y="307"/>
                    <a:pt x="169" y="313"/>
                  </a:cubicBezTo>
                  <a:cubicBezTo>
                    <a:pt x="169" y="316"/>
                    <a:pt x="169" y="317"/>
                    <a:pt x="163" y="317"/>
                  </a:cubicBezTo>
                  <a:cubicBezTo>
                    <a:pt x="144" y="318"/>
                    <a:pt x="146" y="317"/>
                    <a:pt x="146" y="322"/>
                  </a:cubicBezTo>
                  <a:cubicBezTo>
                    <a:pt x="146" y="326"/>
                    <a:pt x="149" y="325"/>
                    <a:pt x="161" y="324"/>
                  </a:cubicBezTo>
                  <a:cubicBezTo>
                    <a:pt x="168" y="324"/>
                    <a:pt x="169" y="323"/>
                    <a:pt x="169" y="328"/>
                  </a:cubicBezTo>
                  <a:cubicBezTo>
                    <a:pt x="170" y="331"/>
                    <a:pt x="169" y="333"/>
                    <a:pt x="169" y="333"/>
                  </a:cubicBezTo>
                  <a:cubicBezTo>
                    <a:pt x="164" y="333"/>
                    <a:pt x="143" y="335"/>
                    <a:pt x="137" y="335"/>
                  </a:cubicBezTo>
                  <a:cubicBezTo>
                    <a:pt x="132" y="334"/>
                    <a:pt x="132" y="334"/>
                    <a:pt x="132" y="323"/>
                  </a:cubicBezTo>
                  <a:cubicBezTo>
                    <a:pt x="133" y="313"/>
                    <a:pt x="133" y="304"/>
                    <a:pt x="136" y="295"/>
                  </a:cubicBezTo>
                  <a:cubicBezTo>
                    <a:pt x="138" y="290"/>
                    <a:pt x="138" y="291"/>
                    <a:pt x="160" y="290"/>
                  </a:cubicBezTo>
                  <a:cubicBezTo>
                    <a:pt x="171" y="290"/>
                    <a:pt x="170" y="289"/>
                    <a:pt x="171" y="297"/>
                  </a:cubicBezTo>
                  <a:cubicBezTo>
                    <a:pt x="171" y="300"/>
                    <a:pt x="171" y="300"/>
                    <a:pt x="153" y="301"/>
                  </a:cubicBezTo>
                  <a:cubicBezTo>
                    <a:pt x="145" y="301"/>
                    <a:pt x="146" y="300"/>
                    <a:pt x="146" y="306"/>
                  </a:cubicBezTo>
                  <a:close/>
                  <a:moveTo>
                    <a:pt x="178" y="296"/>
                  </a:moveTo>
                  <a:cubicBezTo>
                    <a:pt x="177" y="295"/>
                    <a:pt x="181" y="290"/>
                    <a:pt x="183" y="289"/>
                  </a:cubicBezTo>
                  <a:cubicBezTo>
                    <a:pt x="186" y="290"/>
                    <a:pt x="193" y="294"/>
                    <a:pt x="195" y="295"/>
                  </a:cubicBezTo>
                  <a:cubicBezTo>
                    <a:pt x="196" y="295"/>
                    <a:pt x="198" y="296"/>
                    <a:pt x="201" y="298"/>
                  </a:cubicBezTo>
                  <a:cubicBezTo>
                    <a:pt x="202" y="297"/>
                    <a:pt x="203" y="296"/>
                    <a:pt x="204" y="296"/>
                  </a:cubicBezTo>
                  <a:cubicBezTo>
                    <a:pt x="206" y="295"/>
                    <a:pt x="217" y="289"/>
                    <a:pt x="220" y="289"/>
                  </a:cubicBezTo>
                  <a:cubicBezTo>
                    <a:pt x="221" y="289"/>
                    <a:pt x="225" y="296"/>
                    <a:pt x="222" y="297"/>
                  </a:cubicBezTo>
                  <a:cubicBezTo>
                    <a:pt x="219" y="300"/>
                    <a:pt x="215" y="303"/>
                    <a:pt x="212" y="304"/>
                  </a:cubicBezTo>
                  <a:cubicBezTo>
                    <a:pt x="215" y="306"/>
                    <a:pt x="218" y="307"/>
                    <a:pt x="218" y="307"/>
                  </a:cubicBezTo>
                  <a:cubicBezTo>
                    <a:pt x="223" y="309"/>
                    <a:pt x="224" y="310"/>
                    <a:pt x="223" y="315"/>
                  </a:cubicBezTo>
                  <a:cubicBezTo>
                    <a:pt x="223" y="316"/>
                    <a:pt x="221" y="318"/>
                    <a:pt x="220" y="318"/>
                  </a:cubicBezTo>
                  <a:cubicBezTo>
                    <a:pt x="218" y="319"/>
                    <a:pt x="215" y="321"/>
                    <a:pt x="213" y="322"/>
                  </a:cubicBezTo>
                  <a:cubicBezTo>
                    <a:pt x="215" y="323"/>
                    <a:pt x="217" y="324"/>
                    <a:pt x="219" y="325"/>
                  </a:cubicBezTo>
                  <a:cubicBezTo>
                    <a:pt x="227" y="329"/>
                    <a:pt x="227" y="328"/>
                    <a:pt x="224" y="333"/>
                  </a:cubicBezTo>
                  <a:cubicBezTo>
                    <a:pt x="221" y="337"/>
                    <a:pt x="216" y="335"/>
                    <a:pt x="214" y="334"/>
                  </a:cubicBezTo>
                  <a:cubicBezTo>
                    <a:pt x="213" y="333"/>
                    <a:pt x="207" y="331"/>
                    <a:pt x="201" y="327"/>
                  </a:cubicBezTo>
                  <a:cubicBezTo>
                    <a:pt x="197" y="330"/>
                    <a:pt x="192" y="332"/>
                    <a:pt x="188" y="334"/>
                  </a:cubicBezTo>
                  <a:cubicBezTo>
                    <a:pt x="182" y="337"/>
                    <a:pt x="181" y="337"/>
                    <a:pt x="179" y="334"/>
                  </a:cubicBezTo>
                  <a:cubicBezTo>
                    <a:pt x="175" y="329"/>
                    <a:pt x="178" y="329"/>
                    <a:pt x="184" y="325"/>
                  </a:cubicBezTo>
                  <a:cubicBezTo>
                    <a:pt x="184" y="325"/>
                    <a:pt x="187" y="324"/>
                    <a:pt x="189" y="322"/>
                  </a:cubicBezTo>
                  <a:cubicBezTo>
                    <a:pt x="187" y="321"/>
                    <a:pt x="184" y="320"/>
                    <a:pt x="180" y="318"/>
                  </a:cubicBezTo>
                  <a:cubicBezTo>
                    <a:pt x="180" y="317"/>
                    <a:pt x="177" y="316"/>
                    <a:pt x="177" y="314"/>
                  </a:cubicBezTo>
                  <a:cubicBezTo>
                    <a:pt x="177" y="312"/>
                    <a:pt x="176" y="310"/>
                    <a:pt x="183" y="306"/>
                  </a:cubicBezTo>
                  <a:cubicBezTo>
                    <a:pt x="185" y="305"/>
                    <a:pt x="187" y="304"/>
                    <a:pt x="189" y="303"/>
                  </a:cubicBezTo>
                  <a:cubicBezTo>
                    <a:pt x="184" y="301"/>
                    <a:pt x="180" y="299"/>
                    <a:pt x="178" y="296"/>
                  </a:cubicBezTo>
                  <a:close/>
                  <a:moveTo>
                    <a:pt x="264" y="333"/>
                  </a:moveTo>
                  <a:cubicBezTo>
                    <a:pt x="260" y="334"/>
                    <a:pt x="234" y="335"/>
                    <a:pt x="234" y="335"/>
                  </a:cubicBezTo>
                  <a:cubicBezTo>
                    <a:pt x="231" y="334"/>
                    <a:pt x="231" y="335"/>
                    <a:pt x="231" y="331"/>
                  </a:cubicBezTo>
                  <a:cubicBezTo>
                    <a:pt x="231" y="326"/>
                    <a:pt x="231" y="326"/>
                    <a:pt x="240" y="326"/>
                  </a:cubicBezTo>
                  <a:cubicBezTo>
                    <a:pt x="248" y="326"/>
                    <a:pt x="255" y="327"/>
                    <a:pt x="255" y="322"/>
                  </a:cubicBezTo>
                  <a:cubicBezTo>
                    <a:pt x="255" y="318"/>
                    <a:pt x="254" y="317"/>
                    <a:pt x="240" y="318"/>
                  </a:cubicBezTo>
                  <a:cubicBezTo>
                    <a:pt x="232" y="318"/>
                    <a:pt x="233" y="318"/>
                    <a:pt x="232" y="316"/>
                  </a:cubicBezTo>
                  <a:cubicBezTo>
                    <a:pt x="231" y="311"/>
                    <a:pt x="230" y="309"/>
                    <a:pt x="237" y="308"/>
                  </a:cubicBezTo>
                  <a:cubicBezTo>
                    <a:pt x="247" y="307"/>
                    <a:pt x="255" y="308"/>
                    <a:pt x="255" y="306"/>
                  </a:cubicBezTo>
                  <a:cubicBezTo>
                    <a:pt x="256" y="302"/>
                    <a:pt x="255" y="300"/>
                    <a:pt x="248" y="301"/>
                  </a:cubicBezTo>
                  <a:cubicBezTo>
                    <a:pt x="232" y="302"/>
                    <a:pt x="231" y="303"/>
                    <a:pt x="231" y="298"/>
                  </a:cubicBezTo>
                  <a:cubicBezTo>
                    <a:pt x="231" y="293"/>
                    <a:pt x="229" y="292"/>
                    <a:pt x="241" y="291"/>
                  </a:cubicBezTo>
                  <a:cubicBezTo>
                    <a:pt x="254" y="291"/>
                    <a:pt x="264" y="289"/>
                    <a:pt x="265" y="295"/>
                  </a:cubicBezTo>
                  <a:cubicBezTo>
                    <a:pt x="267" y="302"/>
                    <a:pt x="268" y="311"/>
                    <a:pt x="268" y="324"/>
                  </a:cubicBezTo>
                  <a:cubicBezTo>
                    <a:pt x="268" y="333"/>
                    <a:pt x="268" y="333"/>
                    <a:pt x="264" y="333"/>
                  </a:cubicBezTo>
                  <a:close/>
                  <a:moveTo>
                    <a:pt x="262" y="279"/>
                  </a:moveTo>
                  <a:cubicBezTo>
                    <a:pt x="258" y="281"/>
                    <a:pt x="241" y="259"/>
                    <a:pt x="230" y="244"/>
                  </a:cubicBezTo>
                  <a:cubicBezTo>
                    <a:pt x="226" y="239"/>
                    <a:pt x="212" y="227"/>
                    <a:pt x="199" y="226"/>
                  </a:cubicBezTo>
                  <a:cubicBezTo>
                    <a:pt x="179" y="225"/>
                    <a:pt x="153" y="259"/>
                    <a:pt x="146" y="271"/>
                  </a:cubicBezTo>
                  <a:cubicBezTo>
                    <a:pt x="142" y="276"/>
                    <a:pt x="139" y="282"/>
                    <a:pt x="133" y="279"/>
                  </a:cubicBezTo>
                  <a:cubicBezTo>
                    <a:pt x="128" y="276"/>
                    <a:pt x="128" y="276"/>
                    <a:pt x="131" y="267"/>
                  </a:cubicBezTo>
                  <a:cubicBezTo>
                    <a:pt x="136" y="254"/>
                    <a:pt x="160" y="228"/>
                    <a:pt x="171" y="220"/>
                  </a:cubicBezTo>
                  <a:cubicBezTo>
                    <a:pt x="182" y="210"/>
                    <a:pt x="184" y="209"/>
                    <a:pt x="188" y="197"/>
                  </a:cubicBezTo>
                  <a:cubicBezTo>
                    <a:pt x="190" y="174"/>
                    <a:pt x="189" y="169"/>
                    <a:pt x="183" y="168"/>
                  </a:cubicBezTo>
                  <a:cubicBezTo>
                    <a:pt x="176" y="167"/>
                    <a:pt x="147" y="163"/>
                    <a:pt x="146" y="181"/>
                  </a:cubicBezTo>
                  <a:cubicBezTo>
                    <a:pt x="145" y="196"/>
                    <a:pt x="145" y="203"/>
                    <a:pt x="145" y="209"/>
                  </a:cubicBezTo>
                  <a:cubicBezTo>
                    <a:pt x="145" y="218"/>
                    <a:pt x="145" y="216"/>
                    <a:pt x="136" y="216"/>
                  </a:cubicBezTo>
                  <a:cubicBezTo>
                    <a:pt x="130" y="216"/>
                    <a:pt x="133" y="186"/>
                    <a:pt x="133" y="166"/>
                  </a:cubicBezTo>
                  <a:cubicBezTo>
                    <a:pt x="136" y="153"/>
                    <a:pt x="144" y="155"/>
                    <a:pt x="156" y="154"/>
                  </a:cubicBezTo>
                  <a:cubicBezTo>
                    <a:pt x="162" y="155"/>
                    <a:pt x="171" y="154"/>
                    <a:pt x="175" y="154"/>
                  </a:cubicBezTo>
                  <a:cubicBezTo>
                    <a:pt x="185" y="154"/>
                    <a:pt x="188" y="149"/>
                    <a:pt x="188" y="141"/>
                  </a:cubicBezTo>
                  <a:cubicBezTo>
                    <a:pt x="189" y="132"/>
                    <a:pt x="190" y="132"/>
                    <a:pt x="197" y="131"/>
                  </a:cubicBezTo>
                  <a:cubicBezTo>
                    <a:pt x="204" y="130"/>
                    <a:pt x="203" y="135"/>
                    <a:pt x="204" y="141"/>
                  </a:cubicBezTo>
                  <a:cubicBezTo>
                    <a:pt x="207" y="151"/>
                    <a:pt x="203" y="152"/>
                    <a:pt x="218" y="153"/>
                  </a:cubicBezTo>
                  <a:cubicBezTo>
                    <a:pt x="230" y="153"/>
                    <a:pt x="239" y="153"/>
                    <a:pt x="245" y="154"/>
                  </a:cubicBezTo>
                  <a:cubicBezTo>
                    <a:pt x="257" y="155"/>
                    <a:pt x="263" y="154"/>
                    <a:pt x="264" y="172"/>
                  </a:cubicBezTo>
                  <a:cubicBezTo>
                    <a:pt x="265" y="188"/>
                    <a:pt x="269" y="202"/>
                    <a:pt x="264" y="208"/>
                  </a:cubicBezTo>
                  <a:cubicBezTo>
                    <a:pt x="262" y="210"/>
                    <a:pt x="256" y="213"/>
                    <a:pt x="252" y="213"/>
                  </a:cubicBezTo>
                  <a:cubicBezTo>
                    <a:pt x="247" y="210"/>
                    <a:pt x="258" y="176"/>
                    <a:pt x="245" y="170"/>
                  </a:cubicBezTo>
                  <a:cubicBezTo>
                    <a:pt x="237" y="166"/>
                    <a:pt x="216" y="166"/>
                    <a:pt x="209" y="169"/>
                  </a:cubicBezTo>
                  <a:cubicBezTo>
                    <a:pt x="203" y="172"/>
                    <a:pt x="206" y="184"/>
                    <a:pt x="205" y="193"/>
                  </a:cubicBezTo>
                  <a:cubicBezTo>
                    <a:pt x="205" y="200"/>
                    <a:pt x="205" y="207"/>
                    <a:pt x="219" y="217"/>
                  </a:cubicBezTo>
                  <a:cubicBezTo>
                    <a:pt x="234" y="227"/>
                    <a:pt x="247" y="240"/>
                    <a:pt x="260" y="256"/>
                  </a:cubicBezTo>
                  <a:cubicBezTo>
                    <a:pt x="268" y="264"/>
                    <a:pt x="275" y="275"/>
                    <a:pt x="262" y="279"/>
                  </a:cubicBezTo>
                  <a:close/>
                  <a:moveTo>
                    <a:pt x="270" y="85"/>
                  </a:moveTo>
                  <a:cubicBezTo>
                    <a:pt x="207" y="85"/>
                    <a:pt x="207" y="85"/>
                    <a:pt x="207" y="85"/>
                  </a:cubicBezTo>
                  <a:cubicBezTo>
                    <a:pt x="207" y="76"/>
                    <a:pt x="214" y="69"/>
                    <a:pt x="222" y="69"/>
                  </a:cubicBezTo>
                  <a:cubicBezTo>
                    <a:pt x="262" y="69"/>
                    <a:pt x="262" y="69"/>
                    <a:pt x="262" y="69"/>
                  </a:cubicBezTo>
                  <a:cubicBezTo>
                    <a:pt x="267" y="69"/>
                    <a:pt x="270" y="73"/>
                    <a:pt x="270" y="77"/>
                  </a:cubicBezTo>
                  <a:lnTo>
                    <a:pt x="270" y="85"/>
                  </a:lnTo>
                  <a:close/>
                  <a:moveTo>
                    <a:pt x="331" y="360"/>
                  </a:moveTo>
                  <a:cubicBezTo>
                    <a:pt x="328" y="363"/>
                    <a:pt x="319" y="364"/>
                    <a:pt x="317" y="367"/>
                  </a:cubicBezTo>
                  <a:cubicBezTo>
                    <a:pt x="315" y="370"/>
                    <a:pt x="316" y="391"/>
                    <a:pt x="317" y="392"/>
                  </a:cubicBezTo>
                  <a:cubicBezTo>
                    <a:pt x="319" y="394"/>
                    <a:pt x="323" y="393"/>
                    <a:pt x="330" y="392"/>
                  </a:cubicBezTo>
                  <a:cubicBezTo>
                    <a:pt x="335" y="392"/>
                    <a:pt x="336" y="407"/>
                    <a:pt x="333" y="408"/>
                  </a:cubicBezTo>
                  <a:cubicBezTo>
                    <a:pt x="329" y="409"/>
                    <a:pt x="315" y="410"/>
                    <a:pt x="307" y="411"/>
                  </a:cubicBezTo>
                  <a:cubicBezTo>
                    <a:pt x="300" y="412"/>
                    <a:pt x="295" y="412"/>
                    <a:pt x="287" y="412"/>
                  </a:cubicBezTo>
                  <a:cubicBezTo>
                    <a:pt x="280" y="412"/>
                    <a:pt x="280" y="409"/>
                    <a:pt x="280" y="403"/>
                  </a:cubicBezTo>
                  <a:cubicBezTo>
                    <a:pt x="280" y="397"/>
                    <a:pt x="279" y="395"/>
                    <a:pt x="285" y="396"/>
                  </a:cubicBezTo>
                  <a:cubicBezTo>
                    <a:pt x="291" y="396"/>
                    <a:pt x="294" y="397"/>
                    <a:pt x="300" y="392"/>
                  </a:cubicBezTo>
                  <a:cubicBezTo>
                    <a:pt x="303" y="389"/>
                    <a:pt x="301" y="381"/>
                    <a:pt x="302" y="375"/>
                  </a:cubicBezTo>
                  <a:cubicBezTo>
                    <a:pt x="301" y="370"/>
                    <a:pt x="303" y="365"/>
                    <a:pt x="295" y="367"/>
                  </a:cubicBezTo>
                  <a:cubicBezTo>
                    <a:pt x="285" y="370"/>
                    <a:pt x="284" y="371"/>
                    <a:pt x="284" y="353"/>
                  </a:cubicBezTo>
                  <a:cubicBezTo>
                    <a:pt x="284" y="347"/>
                    <a:pt x="284" y="341"/>
                    <a:pt x="284" y="336"/>
                  </a:cubicBezTo>
                  <a:cubicBezTo>
                    <a:pt x="285" y="328"/>
                    <a:pt x="283" y="323"/>
                    <a:pt x="294" y="321"/>
                  </a:cubicBezTo>
                  <a:cubicBezTo>
                    <a:pt x="299" y="320"/>
                    <a:pt x="296" y="334"/>
                    <a:pt x="296" y="341"/>
                  </a:cubicBezTo>
                  <a:cubicBezTo>
                    <a:pt x="296" y="347"/>
                    <a:pt x="295" y="354"/>
                    <a:pt x="299" y="354"/>
                  </a:cubicBezTo>
                  <a:cubicBezTo>
                    <a:pt x="308" y="355"/>
                    <a:pt x="303" y="334"/>
                    <a:pt x="303" y="317"/>
                  </a:cubicBezTo>
                  <a:cubicBezTo>
                    <a:pt x="304" y="306"/>
                    <a:pt x="301" y="301"/>
                    <a:pt x="310" y="300"/>
                  </a:cubicBezTo>
                  <a:cubicBezTo>
                    <a:pt x="318" y="298"/>
                    <a:pt x="316" y="301"/>
                    <a:pt x="317" y="311"/>
                  </a:cubicBezTo>
                  <a:cubicBezTo>
                    <a:pt x="317" y="319"/>
                    <a:pt x="316" y="350"/>
                    <a:pt x="320" y="350"/>
                  </a:cubicBezTo>
                  <a:cubicBezTo>
                    <a:pt x="328" y="349"/>
                    <a:pt x="326" y="323"/>
                    <a:pt x="326" y="319"/>
                  </a:cubicBezTo>
                  <a:cubicBezTo>
                    <a:pt x="325" y="312"/>
                    <a:pt x="324" y="309"/>
                    <a:pt x="331" y="308"/>
                  </a:cubicBezTo>
                  <a:cubicBezTo>
                    <a:pt x="337" y="308"/>
                    <a:pt x="337" y="308"/>
                    <a:pt x="338" y="314"/>
                  </a:cubicBezTo>
                  <a:cubicBezTo>
                    <a:pt x="339" y="320"/>
                    <a:pt x="339" y="326"/>
                    <a:pt x="339" y="331"/>
                  </a:cubicBezTo>
                  <a:cubicBezTo>
                    <a:pt x="339" y="337"/>
                    <a:pt x="338" y="341"/>
                    <a:pt x="337" y="348"/>
                  </a:cubicBezTo>
                  <a:cubicBezTo>
                    <a:pt x="336" y="355"/>
                    <a:pt x="333" y="358"/>
                    <a:pt x="331" y="360"/>
                  </a:cubicBezTo>
                  <a:close/>
                  <a:moveTo>
                    <a:pt x="364" y="430"/>
                  </a:moveTo>
                  <a:cubicBezTo>
                    <a:pt x="360" y="431"/>
                    <a:pt x="359" y="431"/>
                    <a:pt x="354" y="430"/>
                  </a:cubicBezTo>
                  <a:cubicBezTo>
                    <a:pt x="350" y="429"/>
                    <a:pt x="348" y="425"/>
                    <a:pt x="345" y="416"/>
                  </a:cubicBezTo>
                  <a:cubicBezTo>
                    <a:pt x="344" y="411"/>
                    <a:pt x="343" y="406"/>
                    <a:pt x="340" y="395"/>
                  </a:cubicBezTo>
                  <a:cubicBezTo>
                    <a:pt x="339" y="382"/>
                    <a:pt x="337" y="371"/>
                    <a:pt x="340" y="364"/>
                  </a:cubicBezTo>
                  <a:cubicBezTo>
                    <a:pt x="341" y="359"/>
                    <a:pt x="344" y="352"/>
                    <a:pt x="347" y="346"/>
                  </a:cubicBezTo>
                  <a:cubicBezTo>
                    <a:pt x="349" y="341"/>
                    <a:pt x="351" y="337"/>
                    <a:pt x="354" y="327"/>
                  </a:cubicBezTo>
                  <a:cubicBezTo>
                    <a:pt x="356" y="318"/>
                    <a:pt x="356" y="317"/>
                    <a:pt x="354" y="309"/>
                  </a:cubicBezTo>
                  <a:cubicBezTo>
                    <a:pt x="353" y="305"/>
                    <a:pt x="351" y="301"/>
                    <a:pt x="350" y="297"/>
                  </a:cubicBezTo>
                  <a:cubicBezTo>
                    <a:pt x="347" y="291"/>
                    <a:pt x="345" y="288"/>
                    <a:pt x="352" y="288"/>
                  </a:cubicBezTo>
                  <a:cubicBezTo>
                    <a:pt x="361" y="287"/>
                    <a:pt x="361" y="288"/>
                    <a:pt x="365" y="294"/>
                  </a:cubicBezTo>
                  <a:cubicBezTo>
                    <a:pt x="369" y="305"/>
                    <a:pt x="369" y="309"/>
                    <a:pt x="370" y="312"/>
                  </a:cubicBezTo>
                  <a:cubicBezTo>
                    <a:pt x="371" y="320"/>
                    <a:pt x="370" y="329"/>
                    <a:pt x="363" y="345"/>
                  </a:cubicBezTo>
                  <a:cubicBezTo>
                    <a:pt x="356" y="359"/>
                    <a:pt x="353" y="365"/>
                    <a:pt x="354" y="379"/>
                  </a:cubicBezTo>
                  <a:cubicBezTo>
                    <a:pt x="355" y="394"/>
                    <a:pt x="358" y="410"/>
                    <a:pt x="360" y="416"/>
                  </a:cubicBezTo>
                  <a:cubicBezTo>
                    <a:pt x="362" y="420"/>
                    <a:pt x="367" y="429"/>
                    <a:pt x="364" y="430"/>
                  </a:cubicBezTo>
                  <a:close/>
                  <a:moveTo>
                    <a:pt x="387" y="409"/>
                  </a:moveTo>
                  <a:cubicBezTo>
                    <a:pt x="390" y="419"/>
                    <a:pt x="396" y="428"/>
                    <a:pt x="392" y="429"/>
                  </a:cubicBezTo>
                  <a:cubicBezTo>
                    <a:pt x="389" y="430"/>
                    <a:pt x="383" y="429"/>
                    <a:pt x="381" y="427"/>
                  </a:cubicBezTo>
                  <a:cubicBezTo>
                    <a:pt x="377" y="423"/>
                    <a:pt x="373" y="415"/>
                    <a:pt x="371" y="402"/>
                  </a:cubicBezTo>
                  <a:cubicBezTo>
                    <a:pt x="369" y="388"/>
                    <a:pt x="367" y="379"/>
                    <a:pt x="369" y="366"/>
                  </a:cubicBezTo>
                  <a:cubicBezTo>
                    <a:pt x="373" y="347"/>
                    <a:pt x="383" y="341"/>
                    <a:pt x="385" y="325"/>
                  </a:cubicBezTo>
                  <a:cubicBezTo>
                    <a:pt x="385" y="315"/>
                    <a:pt x="384" y="312"/>
                    <a:pt x="383" y="307"/>
                  </a:cubicBezTo>
                  <a:cubicBezTo>
                    <a:pt x="380" y="300"/>
                    <a:pt x="371" y="288"/>
                    <a:pt x="382" y="288"/>
                  </a:cubicBezTo>
                  <a:cubicBezTo>
                    <a:pt x="388" y="288"/>
                    <a:pt x="388" y="289"/>
                    <a:pt x="391" y="291"/>
                  </a:cubicBezTo>
                  <a:cubicBezTo>
                    <a:pt x="395" y="294"/>
                    <a:pt x="399" y="308"/>
                    <a:pt x="400" y="316"/>
                  </a:cubicBezTo>
                  <a:cubicBezTo>
                    <a:pt x="401" y="327"/>
                    <a:pt x="395" y="339"/>
                    <a:pt x="391" y="349"/>
                  </a:cubicBezTo>
                  <a:cubicBezTo>
                    <a:pt x="387" y="361"/>
                    <a:pt x="382" y="367"/>
                    <a:pt x="382" y="378"/>
                  </a:cubicBezTo>
                  <a:cubicBezTo>
                    <a:pt x="383" y="386"/>
                    <a:pt x="384" y="396"/>
                    <a:pt x="387" y="409"/>
                  </a:cubicBezTo>
                  <a:close/>
                  <a:moveTo>
                    <a:pt x="424" y="337"/>
                  </a:moveTo>
                  <a:cubicBezTo>
                    <a:pt x="419" y="357"/>
                    <a:pt x="414" y="354"/>
                    <a:pt x="410" y="376"/>
                  </a:cubicBezTo>
                  <a:cubicBezTo>
                    <a:pt x="410" y="384"/>
                    <a:pt x="415" y="402"/>
                    <a:pt x="417" y="409"/>
                  </a:cubicBezTo>
                  <a:cubicBezTo>
                    <a:pt x="418" y="415"/>
                    <a:pt x="424" y="428"/>
                    <a:pt x="421" y="429"/>
                  </a:cubicBezTo>
                  <a:cubicBezTo>
                    <a:pt x="418" y="429"/>
                    <a:pt x="411" y="428"/>
                    <a:pt x="409" y="426"/>
                  </a:cubicBezTo>
                  <a:cubicBezTo>
                    <a:pt x="405" y="423"/>
                    <a:pt x="402" y="411"/>
                    <a:pt x="401" y="406"/>
                  </a:cubicBezTo>
                  <a:cubicBezTo>
                    <a:pt x="398" y="394"/>
                    <a:pt x="393" y="373"/>
                    <a:pt x="402" y="355"/>
                  </a:cubicBezTo>
                  <a:cubicBezTo>
                    <a:pt x="405" y="350"/>
                    <a:pt x="409" y="342"/>
                    <a:pt x="411" y="328"/>
                  </a:cubicBezTo>
                  <a:cubicBezTo>
                    <a:pt x="411" y="309"/>
                    <a:pt x="410" y="307"/>
                    <a:pt x="407" y="298"/>
                  </a:cubicBezTo>
                  <a:cubicBezTo>
                    <a:pt x="405" y="293"/>
                    <a:pt x="402" y="289"/>
                    <a:pt x="407" y="289"/>
                  </a:cubicBezTo>
                  <a:cubicBezTo>
                    <a:pt x="421" y="289"/>
                    <a:pt x="420" y="293"/>
                    <a:pt x="424" y="302"/>
                  </a:cubicBezTo>
                  <a:cubicBezTo>
                    <a:pt x="426" y="313"/>
                    <a:pt x="427" y="318"/>
                    <a:pt x="424" y="337"/>
                  </a:cubicBezTo>
                  <a:close/>
                  <a:moveTo>
                    <a:pt x="420" y="272"/>
                  </a:moveTo>
                  <a:cubicBezTo>
                    <a:pt x="413" y="275"/>
                    <a:pt x="413" y="271"/>
                    <a:pt x="413" y="260"/>
                  </a:cubicBezTo>
                  <a:cubicBezTo>
                    <a:pt x="413" y="253"/>
                    <a:pt x="414" y="231"/>
                    <a:pt x="404" y="227"/>
                  </a:cubicBezTo>
                  <a:cubicBezTo>
                    <a:pt x="396" y="223"/>
                    <a:pt x="388" y="223"/>
                    <a:pt x="386" y="226"/>
                  </a:cubicBezTo>
                  <a:cubicBezTo>
                    <a:pt x="385" y="228"/>
                    <a:pt x="385" y="267"/>
                    <a:pt x="385" y="267"/>
                  </a:cubicBezTo>
                  <a:cubicBezTo>
                    <a:pt x="385" y="276"/>
                    <a:pt x="381" y="275"/>
                    <a:pt x="377" y="274"/>
                  </a:cubicBezTo>
                  <a:cubicBezTo>
                    <a:pt x="369" y="272"/>
                    <a:pt x="370" y="267"/>
                    <a:pt x="370" y="260"/>
                  </a:cubicBezTo>
                  <a:cubicBezTo>
                    <a:pt x="370" y="253"/>
                    <a:pt x="370" y="227"/>
                    <a:pt x="369" y="225"/>
                  </a:cubicBezTo>
                  <a:cubicBezTo>
                    <a:pt x="368" y="224"/>
                    <a:pt x="353" y="223"/>
                    <a:pt x="350" y="239"/>
                  </a:cubicBezTo>
                  <a:cubicBezTo>
                    <a:pt x="348" y="254"/>
                    <a:pt x="346" y="264"/>
                    <a:pt x="346" y="267"/>
                  </a:cubicBezTo>
                  <a:cubicBezTo>
                    <a:pt x="345" y="269"/>
                    <a:pt x="345" y="271"/>
                    <a:pt x="344" y="272"/>
                  </a:cubicBezTo>
                  <a:cubicBezTo>
                    <a:pt x="341" y="273"/>
                    <a:pt x="335" y="274"/>
                    <a:pt x="334" y="272"/>
                  </a:cubicBezTo>
                  <a:cubicBezTo>
                    <a:pt x="333" y="267"/>
                    <a:pt x="334" y="258"/>
                    <a:pt x="335" y="249"/>
                  </a:cubicBezTo>
                  <a:cubicBezTo>
                    <a:pt x="337" y="239"/>
                    <a:pt x="339" y="232"/>
                    <a:pt x="342" y="223"/>
                  </a:cubicBezTo>
                  <a:cubicBezTo>
                    <a:pt x="343" y="217"/>
                    <a:pt x="359" y="214"/>
                    <a:pt x="367" y="210"/>
                  </a:cubicBezTo>
                  <a:cubicBezTo>
                    <a:pt x="373" y="209"/>
                    <a:pt x="371" y="201"/>
                    <a:pt x="369" y="200"/>
                  </a:cubicBezTo>
                  <a:cubicBezTo>
                    <a:pt x="367" y="200"/>
                    <a:pt x="356" y="201"/>
                    <a:pt x="350" y="202"/>
                  </a:cubicBezTo>
                  <a:cubicBezTo>
                    <a:pt x="346" y="202"/>
                    <a:pt x="342" y="205"/>
                    <a:pt x="338" y="198"/>
                  </a:cubicBezTo>
                  <a:cubicBezTo>
                    <a:pt x="336" y="194"/>
                    <a:pt x="336" y="190"/>
                    <a:pt x="346" y="190"/>
                  </a:cubicBezTo>
                  <a:cubicBezTo>
                    <a:pt x="360" y="189"/>
                    <a:pt x="360" y="189"/>
                    <a:pt x="360" y="189"/>
                  </a:cubicBezTo>
                  <a:cubicBezTo>
                    <a:pt x="360" y="189"/>
                    <a:pt x="370" y="188"/>
                    <a:pt x="371" y="187"/>
                  </a:cubicBezTo>
                  <a:cubicBezTo>
                    <a:pt x="371" y="184"/>
                    <a:pt x="371" y="179"/>
                    <a:pt x="373" y="175"/>
                  </a:cubicBezTo>
                  <a:cubicBezTo>
                    <a:pt x="374" y="174"/>
                    <a:pt x="378" y="175"/>
                    <a:pt x="381" y="175"/>
                  </a:cubicBezTo>
                  <a:cubicBezTo>
                    <a:pt x="386" y="177"/>
                    <a:pt x="384" y="177"/>
                    <a:pt x="385" y="183"/>
                  </a:cubicBezTo>
                  <a:cubicBezTo>
                    <a:pt x="385" y="186"/>
                    <a:pt x="384" y="187"/>
                    <a:pt x="401" y="187"/>
                  </a:cubicBezTo>
                  <a:cubicBezTo>
                    <a:pt x="414" y="186"/>
                    <a:pt x="423" y="185"/>
                    <a:pt x="422" y="190"/>
                  </a:cubicBezTo>
                  <a:cubicBezTo>
                    <a:pt x="422" y="192"/>
                    <a:pt x="422" y="197"/>
                    <a:pt x="421" y="198"/>
                  </a:cubicBezTo>
                  <a:cubicBezTo>
                    <a:pt x="419" y="200"/>
                    <a:pt x="416" y="199"/>
                    <a:pt x="410" y="200"/>
                  </a:cubicBezTo>
                  <a:cubicBezTo>
                    <a:pt x="402" y="200"/>
                    <a:pt x="388" y="200"/>
                    <a:pt x="386" y="201"/>
                  </a:cubicBezTo>
                  <a:cubicBezTo>
                    <a:pt x="384" y="201"/>
                    <a:pt x="385" y="204"/>
                    <a:pt x="385" y="206"/>
                  </a:cubicBezTo>
                  <a:cubicBezTo>
                    <a:pt x="386" y="208"/>
                    <a:pt x="385" y="208"/>
                    <a:pt x="393" y="210"/>
                  </a:cubicBezTo>
                  <a:cubicBezTo>
                    <a:pt x="419" y="218"/>
                    <a:pt x="419" y="217"/>
                    <a:pt x="423" y="234"/>
                  </a:cubicBezTo>
                  <a:cubicBezTo>
                    <a:pt x="426" y="248"/>
                    <a:pt x="426" y="256"/>
                    <a:pt x="426" y="261"/>
                  </a:cubicBezTo>
                  <a:cubicBezTo>
                    <a:pt x="426" y="266"/>
                    <a:pt x="428" y="269"/>
                    <a:pt x="420" y="2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33" name="Freeform 33"/>
            <p:cNvSpPr/>
            <p:nvPr/>
          </p:nvSpPr>
          <p:spPr bwMode="auto">
            <a:xfrm>
              <a:off x="5405917" y="1461284"/>
              <a:ext cx="135281" cy="129523"/>
            </a:xfrm>
            <a:custGeom>
              <a:avLst/>
              <a:gdLst>
                <a:gd name="T0" fmla="*/ 10 w 20"/>
                <a:gd name="T1" fmla="*/ 18 h 19"/>
                <a:gd name="T2" fmla="*/ 17 w 20"/>
                <a:gd name="T3" fmla="*/ 17 h 19"/>
                <a:gd name="T4" fmla="*/ 18 w 20"/>
                <a:gd name="T5" fmla="*/ 5 h 19"/>
                <a:gd name="T6" fmla="*/ 4 w 20"/>
                <a:gd name="T7" fmla="*/ 1 h 19"/>
                <a:gd name="T8" fmla="*/ 0 w 20"/>
                <a:gd name="T9" fmla="*/ 5 h 19"/>
                <a:gd name="T10" fmla="*/ 10 w 20"/>
                <a:gd name="T11" fmla="*/ 1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" h="19">
                  <a:moveTo>
                    <a:pt x="10" y="18"/>
                  </a:moveTo>
                  <a:cubicBezTo>
                    <a:pt x="17" y="17"/>
                    <a:pt x="17" y="17"/>
                    <a:pt x="17" y="17"/>
                  </a:cubicBezTo>
                  <a:cubicBezTo>
                    <a:pt x="20" y="17"/>
                    <a:pt x="20" y="12"/>
                    <a:pt x="18" y="5"/>
                  </a:cubicBezTo>
                  <a:cubicBezTo>
                    <a:pt x="16" y="0"/>
                    <a:pt x="10" y="0"/>
                    <a:pt x="4" y="1"/>
                  </a:cubicBezTo>
                  <a:cubicBezTo>
                    <a:pt x="1" y="1"/>
                    <a:pt x="0" y="1"/>
                    <a:pt x="0" y="5"/>
                  </a:cubicBezTo>
                  <a:cubicBezTo>
                    <a:pt x="3" y="19"/>
                    <a:pt x="3" y="17"/>
                    <a:pt x="10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34" name="Freeform 34"/>
            <p:cNvSpPr/>
            <p:nvPr/>
          </p:nvSpPr>
          <p:spPr bwMode="auto">
            <a:xfrm>
              <a:off x="5072034" y="1475677"/>
              <a:ext cx="120888" cy="115132"/>
            </a:xfrm>
            <a:custGeom>
              <a:avLst/>
              <a:gdLst>
                <a:gd name="T0" fmla="*/ 3 w 18"/>
                <a:gd name="T1" fmla="*/ 17 h 17"/>
                <a:gd name="T2" fmla="*/ 8 w 18"/>
                <a:gd name="T3" fmla="*/ 16 h 17"/>
                <a:gd name="T4" fmla="*/ 18 w 18"/>
                <a:gd name="T5" fmla="*/ 3 h 17"/>
                <a:gd name="T6" fmla="*/ 8 w 18"/>
                <a:gd name="T7" fmla="*/ 1 h 17"/>
                <a:gd name="T8" fmla="*/ 2 w 18"/>
                <a:gd name="T9" fmla="*/ 6 h 17"/>
                <a:gd name="T10" fmla="*/ 3 w 18"/>
                <a:gd name="T11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17">
                  <a:moveTo>
                    <a:pt x="3" y="17"/>
                  </a:moveTo>
                  <a:cubicBezTo>
                    <a:pt x="8" y="16"/>
                    <a:pt x="8" y="16"/>
                    <a:pt x="8" y="16"/>
                  </a:cubicBezTo>
                  <a:cubicBezTo>
                    <a:pt x="17" y="16"/>
                    <a:pt x="17" y="11"/>
                    <a:pt x="18" y="3"/>
                  </a:cubicBezTo>
                  <a:cubicBezTo>
                    <a:pt x="18" y="0"/>
                    <a:pt x="13" y="0"/>
                    <a:pt x="8" y="1"/>
                  </a:cubicBezTo>
                  <a:cubicBezTo>
                    <a:pt x="3" y="2"/>
                    <a:pt x="3" y="2"/>
                    <a:pt x="2" y="6"/>
                  </a:cubicBezTo>
                  <a:cubicBezTo>
                    <a:pt x="1" y="9"/>
                    <a:pt x="0" y="16"/>
                    <a:pt x="3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460162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8" descr="深大正门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矩形 2"/>
          <p:cNvSpPr/>
          <p:nvPr userDrawn="1"/>
        </p:nvSpPr>
        <p:spPr bwMode="auto">
          <a:xfrm>
            <a:off x="0" y="-1"/>
            <a:ext cx="9144000" cy="6858001"/>
          </a:xfrm>
          <a:prstGeom prst="rect">
            <a:avLst/>
          </a:prstGeom>
          <a:gradFill>
            <a:gsLst>
              <a:gs pos="100000">
                <a:schemeClr val="bg2">
                  <a:alpha val="66000"/>
                </a:schemeClr>
              </a:gs>
              <a:gs pos="0">
                <a:schemeClr val="bg1">
                  <a:alpha val="39000"/>
                </a:schemeClr>
              </a:gs>
            </a:gsLst>
            <a:lin ang="5400000" scaled="1"/>
          </a:gra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800">
              <a:solidFill>
                <a:srgbClr val="FFFF00"/>
              </a:solidFill>
              <a:latin typeface="Garamond" pitchFamily="18" charset="0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167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21"/>
          <p:cNvSpPr>
            <a:spLocks noGrp="1"/>
          </p:cNvSpPr>
          <p:nvPr>
            <p:ph type="title"/>
          </p:nvPr>
        </p:nvSpPr>
        <p:spPr bwMode="auto"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smtClean="0"/>
          </a:p>
        </p:txBody>
      </p:sp>
      <p:sp>
        <p:nvSpPr>
          <p:cNvPr id="1027" name="文本占位符 12"/>
          <p:cNvSpPr>
            <a:spLocks noGrp="1"/>
          </p:cNvSpPr>
          <p:nvPr>
            <p:ph type="body" idx="1"/>
          </p:nvPr>
        </p:nvSpPr>
        <p:spPr bwMode="auto">
          <a:xfrm>
            <a:off x="612775" y="1600200"/>
            <a:ext cx="8153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smtClean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b="1">
              <a:solidFill>
                <a:srgbClr val="775F55"/>
              </a:solidFill>
              <a:ea typeface="楷体_GB2312" pitchFamily="49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b="1">
              <a:solidFill>
                <a:srgbClr val="775F55"/>
              </a:solidFill>
              <a:ea typeface="楷体_GB2312" pitchFamily="49" charset="-122"/>
            </a:endParaRPr>
          </a:p>
        </p:txBody>
      </p:sp>
      <p:sp>
        <p:nvSpPr>
          <p:cNvPr id="7" name="矩形 6"/>
          <p:cNvSpPr/>
          <p:nvPr/>
        </p:nvSpPr>
        <p:spPr bwMode="white">
          <a:xfrm>
            <a:off x="0" y="1235075"/>
            <a:ext cx="9144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1279525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590550" y="1279525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6615E82-7C14-4CF7-8074-CBBA35F3984A}" type="slidenum">
              <a:rPr lang="zh-CN" altLang="en-US">
                <a:ea typeface="楷体_GB2312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0551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  <a:ea typeface="华文仿宋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  <a:ea typeface="华文仿宋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  <a:ea typeface="华文仿宋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  <a:ea typeface="华文仿宋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  <a:ea typeface="华文仿宋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  <a:ea typeface="华文仿宋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  <a:ea typeface="华文仿宋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  <a:ea typeface="华文仿宋" pitchFamily="2" charset="-122"/>
        </a:defRPr>
      </a:lvl9pPr>
    </p:titleStyle>
    <p:bodyStyle>
      <a:lvl1pPr marL="319088" indent="-319088" algn="l" rtl="0" eaLnBrk="0" fontAlgn="base" hangingPunct="0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0" fontAlgn="base" hangingPunct="0">
        <a:spcBef>
          <a:spcPts val="400"/>
        </a:spcBef>
        <a:spcAft>
          <a:spcPct val="0"/>
        </a:spcAft>
        <a:buClr>
          <a:srgbClr val="A5AB81"/>
        </a:buClr>
        <a:buSzPct val="7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0" fontAlgn="base" hangingPunct="0">
        <a:spcBef>
          <a:spcPts val="400"/>
        </a:spcBef>
        <a:spcAft>
          <a:spcPct val="0"/>
        </a:spcAft>
        <a:buClr>
          <a:srgbClr val="D8B25C"/>
        </a:buClr>
        <a:buSzPct val="6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9671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1" r:id="rId1"/>
    <p:sldLayoutId id="2147484082" r:id="rId2"/>
    <p:sldLayoutId id="2147484083" r:id="rId3"/>
    <p:sldLayoutId id="2147484084" r:id="rId4"/>
    <p:sldLayoutId id="2147484085" r:id="rId5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zh-cn/windows/ai/windows-ml/tutorials/pytorch-analysis-installation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ytorch.org/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15888"/>
            <a:ext cx="8540750" cy="1143000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深度学习框架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755576" y="2276872"/>
            <a:ext cx="7852445" cy="3816424"/>
            <a:chOff x="523540" y="2492896"/>
            <a:chExt cx="7852445" cy="3816424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516"/>
            <a:stretch/>
          </p:blipFill>
          <p:spPr>
            <a:xfrm>
              <a:off x="523540" y="2492896"/>
              <a:ext cx="7852445" cy="3816424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40152" y="3693322"/>
              <a:ext cx="1204933" cy="432048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59834" y="2924944"/>
              <a:ext cx="1770501" cy="5720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4716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153400" cy="990600"/>
          </a:xfrm>
        </p:spPr>
        <p:txBody>
          <a:bodyPr/>
          <a:lstStyle/>
          <a:p>
            <a:r>
              <a:rPr lang="en-US" altLang="zh-CN" dirty="0" err="1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PyTorch</a:t>
            </a:r>
            <a:r>
              <a:rPr lang="zh-CN" altLang="en-US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安装</a:t>
            </a:r>
            <a:endParaRPr lang="zh-CN" altLang="en-US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zh-CN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以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Windows</a:t>
            </a:r>
            <a:r>
              <a:rPr lang="zh-CN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为例，可参照网页：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learn.microsoft.com/zh-cn/windows/ai/windows-ml/tutorials/pytorch-analysis-installation</a:t>
            </a:r>
            <a:endParaRPr lang="en-US" altLang="zh-CN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</a:pPr>
            <a:r>
              <a:rPr lang="zh-CN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需要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满足以下条件</a:t>
            </a:r>
            <a:r>
              <a:rPr lang="zh-CN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Aft>
                <a:spcPts val="600"/>
              </a:spcAft>
            </a:pPr>
            <a:r>
              <a:rPr lang="en-US" altLang="zh-C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Anaconda3 x64 (with Python </a:t>
            </a:r>
            <a:r>
              <a:rPr lang="en-US" altLang="zh-CN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3.5/3.6</a:t>
            </a:r>
            <a:r>
              <a:rPr lang="zh-CN" alt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及以上</a:t>
            </a:r>
            <a:r>
              <a:rPr lang="en-US" altLang="zh-CN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Aft>
                <a:spcPts val="600"/>
              </a:spcAft>
            </a:pPr>
            <a:r>
              <a:rPr lang="en-US" altLang="zh-C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64</a:t>
            </a:r>
            <a:r>
              <a:rPr lang="zh-CN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位系统（</a:t>
            </a:r>
            <a:r>
              <a:rPr lang="en-US" altLang="zh-C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7 </a:t>
            </a:r>
            <a:r>
              <a:rPr lang="zh-CN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 </a:t>
            </a:r>
            <a:r>
              <a:rPr lang="en-US" altLang="zh-C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Server 2008 </a:t>
            </a:r>
            <a:r>
              <a:rPr lang="zh-CN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及以上）</a:t>
            </a:r>
          </a:p>
          <a:p>
            <a:pPr lvl="1">
              <a:spcAft>
                <a:spcPts val="600"/>
              </a:spcAft>
            </a:pPr>
            <a:r>
              <a:rPr lang="en-US" altLang="zh-C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</a:t>
            </a:r>
            <a:r>
              <a:rPr lang="zh-CN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版本还需要任意版本的 </a:t>
            </a:r>
            <a:r>
              <a:rPr lang="en-US" altLang="zh-C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CUDA </a:t>
            </a:r>
            <a:endParaRPr lang="zh-CN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9424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23862" y="235260"/>
            <a:ext cx="8531225" cy="990600"/>
          </a:xfrm>
        </p:spPr>
        <p:txBody>
          <a:bodyPr/>
          <a:lstStyle/>
          <a:p>
            <a:pPr eaLnBrk="1" hangingPunct="1"/>
            <a:r>
              <a:rPr lang="en-US" altLang="zh-CN" dirty="0" smtClean="0"/>
              <a:t>Anaconda</a:t>
            </a:r>
            <a:r>
              <a:rPr lang="zh-CN" altLang="en-US" dirty="0" smtClean="0"/>
              <a:t>安装</a:t>
            </a:r>
          </a:p>
        </p:txBody>
      </p:sp>
      <p:sp>
        <p:nvSpPr>
          <p:cNvPr id="1331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eaLnBrk="1" hangingPunct="1">
              <a:spcAft>
                <a:spcPts val="600"/>
              </a:spcAft>
              <a:defRPr/>
            </a:pP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Anaconda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一款兼容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Linux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Windows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Mac OS X.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环境，支持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Python 2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系列和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Python 3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系列的，且可方便快捷完成机器学习和数据科学任务的开源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IDE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Anaconda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的官方下载地址为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 eaLnBrk="1" hangingPunct="1">
              <a:spcAft>
                <a:spcPts val="600"/>
              </a:spcAft>
              <a:defRPr/>
            </a:pP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https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://www.anaconda.com/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安装指导参考：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 eaLnBrk="1" hangingPunct="1">
              <a:spcAft>
                <a:spcPts val="600"/>
              </a:spcAft>
              <a:defRPr/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https://blog.csdn.net/qq_55106902/article/details/147308606</a:t>
            </a:r>
            <a:endParaRPr lang="zh-CN" altLang="en-US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defRPr/>
            </a:pPr>
            <a:endParaRPr lang="zh-CN" altLang="en-US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 eaLnBrk="1" hangingPunct="1">
              <a:buNone/>
              <a:defRPr/>
            </a:pP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25298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467544" y="188640"/>
            <a:ext cx="63373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  <a:ea typeface="华文仿宋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  <a:ea typeface="华文仿宋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  <a:ea typeface="华文仿宋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  <a:ea typeface="华文仿宋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  <a:ea typeface="华文仿宋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  <a:ea typeface="华文仿宋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  <a:ea typeface="华文仿宋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  <a:ea typeface="华文仿宋" pitchFamily="2" charset="-122"/>
              </a:defRPr>
            </a:lvl9pPr>
          </a:lstStyle>
          <a:p>
            <a:pPr eaLnBrk="1" hangingPunct="1"/>
            <a:r>
              <a:rPr lang="en-US" altLang="zh-CN" dirty="0" smtClean="0"/>
              <a:t>Anaconda</a:t>
            </a:r>
            <a:r>
              <a:rPr lang="zh-CN" altLang="en-US" dirty="0" smtClean="0"/>
              <a:t>的使用</a:t>
            </a:r>
          </a:p>
        </p:txBody>
      </p:sp>
      <p:sp>
        <p:nvSpPr>
          <p:cNvPr id="5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323528" y="1331937"/>
            <a:ext cx="8135937" cy="936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19088" indent="-319088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73050" algn="l" rtl="0" eaLnBrk="0" fontAlgn="base" hangingPunct="0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A5AB81"/>
              </a:buClr>
              <a:buSzPct val="7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1" hangingPunct="1">
              <a:lnSpc>
                <a:spcPct val="80000"/>
              </a:lnSpc>
              <a:buNone/>
            </a:pPr>
            <a:endParaRPr lang="zh-CN" altLang="en-US" sz="2800" b="1" dirty="0" smtClean="0"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8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Spyder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的使用</a:t>
            </a:r>
            <a:endParaRPr lang="zh-CN" altLang="en-US" sz="2400" b="1" dirty="0" smtClean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315" y="2204864"/>
            <a:ext cx="8680629" cy="456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302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467544" y="188640"/>
            <a:ext cx="63373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  <a:ea typeface="华文仿宋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  <a:ea typeface="华文仿宋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  <a:ea typeface="华文仿宋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  <a:ea typeface="华文仿宋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  <a:ea typeface="华文仿宋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  <a:ea typeface="华文仿宋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  <a:ea typeface="华文仿宋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  <a:ea typeface="华文仿宋" pitchFamily="2" charset="-122"/>
              </a:defRPr>
            </a:lvl9pPr>
          </a:lstStyle>
          <a:p>
            <a:pPr eaLnBrk="1" hangingPunct="1"/>
            <a:r>
              <a:rPr lang="en-US" altLang="zh-CN" dirty="0" smtClean="0"/>
              <a:t>Anaconda</a:t>
            </a:r>
            <a:r>
              <a:rPr lang="zh-CN" altLang="en-US" dirty="0" smtClean="0"/>
              <a:t>的使用</a:t>
            </a:r>
          </a:p>
        </p:txBody>
      </p:sp>
      <p:sp>
        <p:nvSpPr>
          <p:cNvPr id="5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328477" y="1196752"/>
            <a:ext cx="8784976" cy="936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19088" indent="-319088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73050" algn="l" rtl="0" eaLnBrk="0" fontAlgn="base" hangingPunct="0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A5AB81"/>
              </a:buClr>
              <a:buSzPct val="7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1" hangingPunct="1">
              <a:lnSpc>
                <a:spcPct val="80000"/>
              </a:lnSpc>
              <a:buNone/>
            </a:pPr>
            <a:endParaRPr lang="zh-CN" altLang="en-US" sz="2800" b="1" dirty="0" smtClean="0"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2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Jupyter Notebook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的使用：一个基于网页的交互式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_GB2312" pitchFamily="49" charset="-122"/>
              </a:rPr>
              <a:t>笔记本，扩展名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为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r>
              <a:rPr lang="en-US" altLang="zh-CN" sz="2400" b="1" dirty="0" err="1">
                <a:latin typeface="Times New Roman" panose="02020603050405020304" pitchFamily="18" charset="0"/>
                <a:ea typeface="楷体_GB2312" pitchFamily="49" charset="-122"/>
              </a:rPr>
              <a:t>ipynb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_GB2312" pitchFamily="49" charset="-122"/>
              </a:rPr>
              <a:t>的文件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929" y="2708920"/>
            <a:ext cx="8526071" cy="3682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162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sz="quarter" idx="1"/>
          </p:nvPr>
        </p:nvSpPr>
        <p:spPr>
          <a:xfrm>
            <a:off x="157291" y="1628800"/>
            <a:ext cx="8986709" cy="5040585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Aft>
                <a:spcPts val="600"/>
              </a:spcAft>
            </a:pPr>
            <a:r>
              <a:rPr lang="zh-CN" altLang="en-US" sz="25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模块的引用</a:t>
            </a:r>
            <a:r>
              <a:rPr lang="zh-CN" altLang="en-US" sz="25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：第三</a:t>
            </a:r>
            <a:r>
              <a:rPr lang="zh-CN" altLang="en-US" sz="2500" dirty="0">
                <a:latin typeface="楷体" panose="02010609060101010101" pitchFamily="49" charset="-122"/>
                <a:ea typeface="楷体" panose="02010609060101010101" pitchFamily="49" charset="-122"/>
              </a:rPr>
              <a:t>方包以模块（</a:t>
            </a:r>
            <a:r>
              <a:rPr lang="en-US" altLang="zh-CN" sz="2500" dirty="0" err="1">
                <a:latin typeface="楷体" panose="02010609060101010101" pitchFamily="49" charset="-122"/>
                <a:ea typeface="楷体" panose="02010609060101010101" pitchFamily="49" charset="-122"/>
              </a:rPr>
              <a:t>Moduel</a:t>
            </a:r>
            <a:r>
              <a:rPr lang="zh-CN" altLang="en-US" sz="2500" dirty="0">
                <a:latin typeface="楷体" panose="02010609060101010101" pitchFamily="49" charset="-122"/>
                <a:ea typeface="楷体" panose="02010609060101010101" pitchFamily="49" charset="-122"/>
              </a:rPr>
              <a:t>，文件扩展名为</a:t>
            </a:r>
            <a:r>
              <a:rPr lang="en-US" altLang="zh-CN" sz="2500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r>
              <a:rPr lang="en-US" altLang="zh-CN" sz="2500" dirty="0" err="1">
                <a:latin typeface="楷体" panose="02010609060101010101" pitchFamily="49" charset="-122"/>
                <a:ea typeface="楷体" panose="02010609060101010101" pitchFamily="49" charset="-122"/>
              </a:rPr>
              <a:t>py</a:t>
            </a:r>
            <a:r>
              <a:rPr lang="zh-CN" altLang="en-US" sz="2500" dirty="0">
                <a:latin typeface="楷体" panose="02010609060101010101" pitchFamily="49" charset="-122"/>
                <a:ea typeface="楷体" panose="02010609060101010101" pitchFamily="49" charset="-122"/>
              </a:rPr>
              <a:t>）方式，将可实现各种功能</a:t>
            </a:r>
            <a:r>
              <a:rPr lang="zh-CN" altLang="en-US" sz="25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的程序代码</a:t>
            </a:r>
            <a:r>
              <a:rPr lang="zh-CN" altLang="en-US" sz="2500" dirty="0">
                <a:latin typeface="楷体" panose="02010609060101010101" pitchFamily="49" charset="-122"/>
                <a:ea typeface="楷体" panose="02010609060101010101" pitchFamily="49" charset="-122"/>
              </a:rPr>
              <a:t>（变量、函数）“打包”在一起</a:t>
            </a:r>
            <a:r>
              <a:rPr lang="zh-CN" altLang="en-US" sz="25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5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</a:pPr>
            <a:r>
              <a:rPr lang="zh-CN" altLang="en-US" sz="25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导入第三</a:t>
            </a:r>
            <a:r>
              <a:rPr lang="zh-CN" altLang="en-US" sz="2500" dirty="0">
                <a:latin typeface="楷体" panose="02010609060101010101" pitchFamily="49" charset="-122"/>
                <a:ea typeface="楷体" panose="02010609060101010101" pitchFamily="49" charset="-122"/>
              </a:rPr>
              <a:t>方包中的模块的基本函数是：</a:t>
            </a:r>
            <a:r>
              <a:rPr lang="en-US" altLang="zh-CN" sz="2500" dirty="0">
                <a:latin typeface="楷体" panose="02010609060101010101" pitchFamily="49" charset="-122"/>
                <a:ea typeface="楷体" panose="02010609060101010101" pitchFamily="49" charset="-122"/>
              </a:rPr>
              <a:t>import</a:t>
            </a:r>
            <a:r>
              <a:rPr lang="zh-CN" altLang="en-US" sz="2500" dirty="0">
                <a:latin typeface="楷体" panose="02010609060101010101" pitchFamily="49" charset="-122"/>
                <a:ea typeface="楷体" panose="02010609060101010101" pitchFamily="49" charset="-122"/>
              </a:rPr>
              <a:t>函数</a:t>
            </a:r>
            <a:r>
              <a:rPr lang="zh-CN" altLang="en-US" sz="25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5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 eaLnBrk="1" hangingPunct="1">
              <a:lnSpc>
                <a:spcPct val="90000"/>
              </a:lnSpc>
              <a:spcAft>
                <a:spcPts val="600"/>
              </a:spcAft>
            </a:pPr>
            <a:r>
              <a:rPr lang="zh-CN" altLang="en-US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导入之后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可在自己编写的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Python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程序直接调用已导入模块中的函数</a:t>
            </a:r>
            <a:endParaRPr lang="zh-CN" altLang="en-US" sz="2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</a:pPr>
            <a:r>
              <a:rPr lang="zh-CN" altLang="en-US" sz="2500" dirty="0">
                <a:latin typeface="楷体" panose="02010609060101010101" pitchFamily="49" charset="-122"/>
                <a:ea typeface="楷体" panose="02010609060101010101" pitchFamily="49" charset="-122"/>
              </a:rPr>
              <a:t>模块导入的一般语法格式为</a:t>
            </a:r>
            <a:r>
              <a:rPr lang="zh-CN" altLang="en-US" sz="25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endParaRPr lang="en-US" altLang="zh-CN" sz="25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import 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模块名：导入指定模块</a:t>
            </a:r>
          </a:p>
          <a:p>
            <a:pPr lvl="1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altLang="zh-CN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from 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模块</a:t>
            </a:r>
            <a:r>
              <a:rPr lang="zh-CN" altLang="en-US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名 </a:t>
            </a:r>
            <a:r>
              <a:rPr lang="en-US" altLang="zh-CN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import 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函数名：导入指定模块中的指定函数</a:t>
            </a:r>
          </a:p>
          <a:p>
            <a:pPr lvl="1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altLang="zh-CN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from </a:t>
            </a:r>
            <a:r>
              <a:rPr lang="zh-CN" altLang="en-US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模块名 </a:t>
            </a:r>
            <a:r>
              <a:rPr lang="en-US" altLang="zh-CN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import 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*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：导入指定模块中的所有函数</a:t>
            </a:r>
          </a:p>
          <a:p>
            <a:pPr lvl="1" eaLnBrk="1" hangingPunct="1">
              <a:lnSpc>
                <a:spcPct val="90000"/>
              </a:lnSpc>
              <a:spcAft>
                <a:spcPts val="600"/>
              </a:spcAft>
            </a:pPr>
            <a:r>
              <a:rPr lang="zh-CN" altLang="en-US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可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增加：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as 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别名。例如：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import </a:t>
            </a:r>
            <a:r>
              <a:rPr lang="en-US" altLang="zh-CN" sz="2200" dirty="0" err="1">
                <a:latin typeface="楷体" panose="02010609060101010101" pitchFamily="49" charset="-122"/>
                <a:ea typeface="楷体" panose="02010609060101010101" pitchFamily="49" charset="-122"/>
              </a:rPr>
              <a:t>numpy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 as np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，表示导入</a:t>
            </a:r>
            <a:r>
              <a:rPr lang="en-US" altLang="zh-CN" sz="2200" dirty="0" err="1">
                <a:latin typeface="楷体" panose="02010609060101010101" pitchFamily="49" charset="-122"/>
                <a:ea typeface="楷体" panose="02010609060101010101" pitchFamily="49" charset="-122"/>
              </a:rPr>
              <a:t>numpy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并指定别名为</a:t>
            </a:r>
            <a:r>
              <a:rPr lang="en-US" altLang="zh-CN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np</a:t>
            </a:r>
            <a:endParaRPr lang="en-US" altLang="zh-CN" sz="2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基础指导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4423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sz="quarter" idx="1"/>
          </p:nvPr>
        </p:nvSpPr>
        <p:spPr>
          <a:xfrm>
            <a:off x="231250" y="1815309"/>
            <a:ext cx="8496944" cy="3917948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Python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，最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常用的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包之一。主要特点如下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维数组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对象（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ndarray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形式组织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集（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N=1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比较常见），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其中要求数据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集中各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变量的类型相同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维数组对应向量，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维数据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对应矩阵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数据访问简单灵活，仅需通过指定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位置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编号（也称索引，从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开始编号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）访问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相应行列位置上的元素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拥有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丰富的数学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运算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和统计函数，能够方便地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进行基本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统计分析和各种矩阵运算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等</a:t>
            </a:r>
            <a:endParaRPr lang="en-US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基础指导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2262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sz="quarter" idx="1"/>
          </p:nvPr>
        </p:nvSpPr>
        <p:spPr>
          <a:xfrm>
            <a:off x="231250" y="1815309"/>
            <a:ext cx="8496944" cy="4566019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Python data analysis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提供了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快速便捷组织和处理结构化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数据的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数据结构和大量功能丰富的函数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。其特点为：</a:t>
            </a:r>
            <a:endParaRPr lang="en-US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构建：序列（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Series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对应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维数组；数据框（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）对应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维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表格型数据结构，可视为多个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序列的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集合，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其中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各元素的数据类型可以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相同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也可以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不同。</a:t>
            </a:r>
            <a:endParaRPr lang="en-US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4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主要的科学绘图库，其功能为生成可发布的可视化内容，如折线图、直方图、散点图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等。</a:t>
            </a:r>
            <a:endParaRPr lang="en-US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Sklearn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中最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受欢迎的机器学习库之一，它提供了丰富的机器学习算法和数据预处理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工具。</a:t>
            </a:r>
            <a:endParaRPr lang="en-US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标题 1"/>
          <p:cNvSpPr txBox="1">
            <a:spLocks/>
          </p:cNvSpPr>
          <p:nvPr/>
        </p:nvSpPr>
        <p:spPr bwMode="auto">
          <a:xfrm>
            <a:off x="765048" y="381000"/>
            <a:ext cx="81534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  <a:ea typeface="华文仿宋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  <a:ea typeface="华文仿宋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  <a:ea typeface="华文仿宋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  <a:ea typeface="华文仿宋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  <a:ea typeface="华文仿宋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  <a:ea typeface="华文仿宋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  <a:ea typeface="华文仿宋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  <a:ea typeface="华文仿宋" pitchFamily="2" charset="-122"/>
              </a:defRPr>
            </a:lvl9pPr>
          </a:lstStyle>
          <a:p>
            <a:r>
              <a:rPr lang="en-US" altLang="zh-C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基础指导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9216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基础指导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12648" y="1844824"/>
            <a:ext cx="8153400" cy="676672"/>
          </a:xfrm>
        </p:spPr>
        <p:txBody>
          <a:bodyPr/>
          <a:lstStyle/>
          <a:p>
            <a:r>
              <a:rPr lang="zh-CN" altLang="en-US" dirty="0" smtClean="0"/>
              <a:t>更多指导参考：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https</a:t>
            </a:r>
            <a:r>
              <a:rPr lang="en-US" altLang="zh-CN" dirty="0"/>
              <a:t>://cs231n.github.io/python-numpy-tutorial/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6372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安装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2420888"/>
            <a:ext cx="8028384" cy="3997062"/>
          </a:xfrm>
          <a:prstGeom prst="rect">
            <a:avLst/>
          </a:prstGeom>
        </p:spPr>
      </p:pic>
      <p:sp>
        <p:nvSpPr>
          <p:cNvPr id="6" name="内容占位符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32656"/>
          </a:xfrm>
        </p:spPr>
        <p:txBody>
          <a:bodyPr/>
          <a:lstStyle/>
          <a:p>
            <a:r>
              <a:rPr lang="zh-CN" altLang="en-US" dirty="0" smtClean="0"/>
              <a:t>登入官网 </a:t>
            </a:r>
            <a:r>
              <a:rPr lang="en-US" altLang="zh-CN" dirty="0" smtClean="0">
                <a:hlinkClick r:id="rId3"/>
              </a:rPr>
              <a:t>https</a:t>
            </a:r>
            <a:r>
              <a:rPr lang="en-US" altLang="zh-CN" dirty="0">
                <a:hlinkClick r:id="rId3"/>
              </a:rPr>
              <a:t>://pytorch.org</a:t>
            </a:r>
            <a:r>
              <a:rPr lang="en-US" altLang="zh-CN" dirty="0" smtClean="0">
                <a:hlinkClick r:id="rId3"/>
              </a:rPr>
              <a:t>/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562924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547059" y="1556792"/>
            <a:ext cx="8153400" cy="532656"/>
          </a:xfrm>
        </p:spPr>
        <p:txBody>
          <a:bodyPr/>
          <a:lstStyle/>
          <a:p>
            <a:r>
              <a:rPr lang="zh-CN" altLang="en-US" dirty="0" smtClean="0"/>
              <a:t>选择安装配置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t="23213" b="4524"/>
          <a:stretch/>
        </p:blipFill>
        <p:spPr>
          <a:xfrm>
            <a:off x="251520" y="2492896"/>
            <a:ext cx="4536504" cy="280831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2102" y="3501008"/>
            <a:ext cx="4200467" cy="1800200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安装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777" y="5661248"/>
            <a:ext cx="7221274" cy="470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0700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395536" y="1527256"/>
            <a:ext cx="8153400" cy="676672"/>
          </a:xfrm>
        </p:spPr>
        <p:txBody>
          <a:bodyPr/>
          <a:lstStyle/>
          <a:p>
            <a:r>
              <a:rPr lang="zh-CN" altLang="en-US" dirty="0"/>
              <a:t>完成提取所需的包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安装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455" y="2060848"/>
            <a:ext cx="5696042" cy="316835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455" y="5373216"/>
            <a:ext cx="5696042" cy="1382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140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32656"/>
          </a:xfrm>
        </p:spPr>
        <p:txBody>
          <a:bodyPr/>
          <a:lstStyle/>
          <a:p>
            <a:r>
              <a:rPr lang="zh-CN" altLang="en-US" dirty="0" smtClean="0"/>
              <a:t>验证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安装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156" y="2276872"/>
            <a:ext cx="8028384" cy="1875034"/>
          </a:xfrm>
          <a:prstGeom prst="rect">
            <a:avLst/>
          </a:prstGeom>
        </p:spPr>
      </p:pic>
      <p:sp>
        <p:nvSpPr>
          <p:cNvPr id="6" name="内容占位符 2"/>
          <p:cNvSpPr txBox="1">
            <a:spLocks/>
          </p:cNvSpPr>
          <p:nvPr/>
        </p:nvSpPr>
        <p:spPr bwMode="auto">
          <a:xfrm>
            <a:off x="550140" y="4365104"/>
            <a:ext cx="8153400" cy="532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19088" indent="-319088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73050" algn="l" rtl="0" eaLnBrk="0" fontAlgn="base" hangingPunct="0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A5AB81"/>
              </a:buClr>
              <a:buSzPct val="7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 smtClean="0"/>
              <a:t>可能出现的问题</a:t>
            </a:r>
            <a:endParaRPr lang="zh-CN" altLang="en-US" sz="24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4941168"/>
            <a:ext cx="7812360" cy="42728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84" y="5517232"/>
            <a:ext cx="6047619" cy="32381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84" y="5989817"/>
            <a:ext cx="5504762" cy="3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5292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260648"/>
            <a:ext cx="8153400" cy="990600"/>
          </a:xfrm>
        </p:spPr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安装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PyCharm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25" y="1628800"/>
            <a:ext cx="7308304" cy="255160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704" y="4365104"/>
            <a:ext cx="4507029" cy="194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7243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539552" y="260648"/>
            <a:ext cx="8153400" cy="990600"/>
          </a:xfrm>
        </p:spPr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安装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PyCharm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286" y="1916832"/>
            <a:ext cx="7543931" cy="420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9808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539552" y="260648"/>
            <a:ext cx="8153400" cy="990600"/>
          </a:xfrm>
        </p:spPr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安装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PyCharm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700808"/>
            <a:ext cx="6948264" cy="4946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0319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539552" y="260648"/>
            <a:ext cx="8153400" cy="990600"/>
          </a:xfrm>
        </p:spPr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安装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PyCharm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1700808"/>
            <a:ext cx="6614069" cy="489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7918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60648"/>
          </a:xfrm>
        </p:spPr>
        <p:txBody>
          <a:bodyPr/>
          <a:lstStyle/>
          <a:p>
            <a:r>
              <a:rPr lang="zh-CN" altLang="en-US" dirty="0" smtClean="0"/>
              <a:t>测试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768" y="1916832"/>
            <a:ext cx="6408712" cy="4372631"/>
          </a:xfrm>
          <a:prstGeom prst="rect">
            <a:avLst/>
          </a:prstGeom>
        </p:spPr>
      </p:pic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324072" y="3645024"/>
            <a:ext cx="2016224" cy="1144929"/>
          </a:xfrm>
          <a:prstGeom prst="rect">
            <a:avLst/>
          </a:prstGeom>
          <a:solidFill>
            <a:srgbClr val="F8F8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1" i="0" u="none" strike="noStrike" cap="none" normalizeH="0" baseline="0" dirty="0" smtClean="0">
                <a:ln>
                  <a:noFill/>
                </a:ln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import</a:t>
            </a:r>
            <a:r>
              <a:rPr kumimoji="0" lang="zh-CN" altLang="zh-CN" sz="1200" b="0" i="0" u="none" strike="noStrike" cap="none" normalizeH="0" baseline="0" dirty="0" smtClean="0">
                <a:ln>
                  <a:noFill/>
                </a:ln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 </a:t>
            </a:r>
            <a:r>
              <a:rPr kumimoji="0" lang="zh-CN" altLang="zh-CN" sz="1200" b="0" i="0" u="none" strike="noStrike" cap="none" normalizeH="0" baseline="0" dirty="0" smtClean="0">
                <a:ln>
                  <a:noFill/>
                </a:ln>
                <a:solidFill>
                  <a:srgbClr val="535861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sys</a:t>
            </a:r>
            <a:r>
              <a:rPr kumimoji="0" lang="zh-CN" altLang="zh-CN" sz="1200" b="0" i="0" u="none" strike="noStrike" cap="none" normalizeH="0" baseline="0" dirty="0" smtClean="0">
                <a:ln>
                  <a:noFill/>
                </a:ln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 </a:t>
            </a:r>
            <a:endParaRPr kumimoji="0" lang="en-US" altLang="zh-CN" sz="1200" b="0" i="0" u="none" strike="noStrike" cap="none" normalizeH="0" baseline="0" dirty="0" smtClean="0">
              <a:ln>
                <a:noFill/>
              </a:ln>
              <a:solidFill>
                <a:srgbClr val="191B1F"/>
              </a:solidFill>
              <a:effectLst/>
              <a:latin typeface="Times New Roman" panose="02020603050405020304" pitchFamily="18" charset="0"/>
              <a:ea typeface="Menlo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1" i="0" u="none" strike="noStrike" cap="none" normalizeH="0" baseline="0" dirty="0" smtClean="0">
                <a:ln>
                  <a:noFill/>
                </a:ln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import</a:t>
            </a:r>
            <a:r>
              <a:rPr kumimoji="0" lang="zh-CN" altLang="zh-CN" sz="1200" b="0" i="0" u="none" strike="noStrike" cap="none" normalizeH="0" baseline="0" dirty="0" smtClean="0">
                <a:ln>
                  <a:noFill/>
                </a:ln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 </a:t>
            </a:r>
            <a:r>
              <a:rPr kumimoji="0" lang="zh-CN" altLang="zh-CN" sz="1200" b="0" i="0" u="none" strike="noStrike" cap="none" normalizeH="0" baseline="0" dirty="0" smtClean="0">
                <a:ln>
                  <a:noFill/>
                </a:ln>
                <a:solidFill>
                  <a:srgbClr val="535861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torch</a:t>
            </a:r>
            <a:r>
              <a:rPr kumimoji="0" lang="zh-CN" altLang="zh-CN" sz="1200" b="0" i="0" u="none" strike="noStrike" cap="none" normalizeH="0" baseline="0" dirty="0" smtClean="0">
                <a:ln>
                  <a:noFill/>
                </a:ln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 </a:t>
            </a:r>
            <a:endParaRPr kumimoji="0" lang="en-US" altLang="zh-CN" sz="1200" b="0" i="0" u="none" strike="noStrike" cap="none" normalizeH="0" baseline="0" dirty="0" smtClean="0">
              <a:ln>
                <a:noFill/>
              </a:ln>
              <a:solidFill>
                <a:srgbClr val="191B1F"/>
              </a:solidFill>
              <a:effectLst/>
              <a:latin typeface="Times New Roman" panose="02020603050405020304" pitchFamily="18" charset="0"/>
              <a:ea typeface="Menlo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1" i="0" u="none" strike="noStrike" cap="none" normalizeH="0" baseline="0" dirty="0" smtClean="0">
                <a:ln>
                  <a:noFill/>
                </a:ln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print</a:t>
            </a:r>
            <a:r>
              <a:rPr kumimoji="0" lang="zh-CN" altLang="zh-CN" sz="1200" b="0" i="0" u="none" strike="noStrike" cap="none" normalizeH="0" baseline="0" dirty="0" smtClean="0">
                <a:ln>
                  <a:noFill/>
                </a:ln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(</a:t>
            </a:r>
            <a:r>
              <a:rPr kumimoji="0" lang="zh-CN" altLang="zh-CN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torch</a:t>
            </a:r>
            <a:r>
              <a:rPr kumimoji="0" lang="zh-CN" altLang="zh-CN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zh-CN" altLang="zh-CN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__version__</a:t>
            </a:r>
            <a:r>
              <a:rPr kumimoji="0" lang="zh-CN" altLang="zh-CN" sz="1200" b="0" i="0" u="none" strike="noStrike" cap="none" normalizeH="0" baseline="0" dirty="0" smtClean="0">
                <a:ln>
                  <a:noFill/>
                </a:ln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) </a:t>
            </a:r>
            <a:endParaRPr kumimoji="0" lang="en-US" altLang="zh-CN" sz="1200" b="0" i="0" u="none" strike="noStrike" cap="none" normalizeH="0" baseline="0" dirty="0" smtClean="0">
              <a:ln>
                <a:noFill/>
              </a:ln>
              <a:solidFill>
                <a:srgbClr val="191B1F"/>
              </a:solidFill>
              <a:effectLst/>
              <a:latin typeface="Times New Roman" panose="02020603050405020304" pitchFamily="18" charset="0"/>
              <a:ea typeface="Menlo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0" lang="zh-CN" altLang="zh-CN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0" lang="zh-CN" altLang="zh-CN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torch</a:t>
            </a:r>
            <a:r>
              <a:rPr kumimoji="0" lang="zh-CN" altLang="zh-CN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zh-CN" altLang="zh-CN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tensor</a:t>
            </a:r>
            <a:r>
              <a:rPr kumimoji="0" lang="zh-CN" altLang="zh-CN" sz="1200" b="0" i="0" u="none" strike="noStrike" cap="none" normalizeH="0" baseline="0" dirty="0" smtClean="0">
                <a:ln>
                  <a:noFill/>
                </a:ln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([[</a:t>
            </a:r>
            <a:r>
              <a:rPr kumimoji="0" lang="zh-CN" altLang="zh-CN" sz="1200" b="0" i="0" u="none" strike="noStrike" cap="none" normalizeH="0" baseline="0" dirty="0" smtClean="0">
                <a:ln>
                  <a:noFill/>
                </a:ln>
                <a:solidFill>
                  <a:srgbClr val="1772F6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1</a:t>
            </a:r>
            <a:r>
              <a:rPr kumimoji="0" lang="zh-CN" altLang="zh-CN" sz="1200" b="0" i="0" u="none" strike="noStrike" cap="none" normalizeH="0" baseline="0" dirty="0" smtClean="0">
                <a:ln>
                  <a:noFill/>
                </a:ln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,</a:t>
            </a:r>
            <a:r>
              <a:rPr kumimoji="0" lang="zh-CN" altLang="zh-CN" sz="1200" b="0" i="0" u="none" strike="noStrike" cap="none" normalizeH="0" baseline="0" dirty="0" smtClean="0">
                <a:ln>
                  <a:noFill/>
                </a:ln>
                <a:solidFill>
                  <a:srgbClr val="1772F6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2</a:t>
            </a:r>
            <a:r>
              <a:rPr kumimoji="0" lang="zh-CN" altLang="zh-CN" sz="1200" b="0" i="0" u="none" strike="noStrike" cap="none" normalizeH="0" baseline="0" dirty="0" smtClean="0">
                <a:ln>
                  <a:noFill/>
                </a:ln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,</a:t>
            </a:r>
            <a:r>
              <a:rPr kumimoji="0" lang="zh-CN" altLang="zh-CN" sz="1200" b="0" i="0" u="none" strike="noStrike" cap="none" normalizeH="0" baseline="0" dirty="0" smtClean="0">
                <a:ln>
                  <a:noFill/>
                </a:ln>
                <a:solidFill>
                  <a:srgbClr val="1772F6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3</a:t>
            </a:r>
            <a:r>
              <a:rPr kumimoji="0" lang="zh-CN" altLang="zh-CN" sz="1200" b="0" i="0" u="none" strike="noStrike" cap="none" normalizeH="0" baseline="0" dirty="0" smtClean="0">
                <a:ln>
                  <a:noFill/>
                </a:ln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],[</a:t>
            </a:r>
            <a:r>
              <a:rPr kumimoji="0" lang="zh-CN" altLang="zh-CN" sz="1200" b="0" i="0" u="none" strike="noStrike" cap="none" normalizeH="0" baseline="0" dirty="0" smtClean="0">
                <a:ln>
                  <a:noFill/>
                </a:ln>
                <a:solidFill>
                  <a:srgbClr val="1772F6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4</a:t>
            </a:r>
            <a:r>
              <a:rPr kumimoji="0" lang="zh-CN" altLang="zh-CN" sz="1200" b="0" i="0" u="none" strike="noStrike" cap="none" normalizeH="0" baseline="0" dirty="0" smtClean="0">
                <a:ln>
                  <a:noFill/>
                </a:ln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,</a:t>
            </a:r>
            <a:r>
              <a:rPr kumimoji="0" lang="zh-CN" altLang="zh-CN" sz="1200" b="0" i="0" u="none" strike="noStrike" cap="none" normalizeH="0" baseline="0" dirty="0" smtClean="0">
                <a:ln>
                  <a:noFill/>
                </a:ln>
                <a:solidFill>
                  <a:srgbClr val="1772F6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5</a:t>
            </a:r>
            <a:r>
              <a:rPr kumimoji="0" lang="zh-CN" altLang="zh-CN" sz="1200" b="0" i="0" u="none" strike="noStrike" cap="none" normalizeH="0" baseline="0" dirty="0" smtClean="0">
                <a:ln>
                  <a:noFill/>
                </a:ln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,</a:t>
            </a:r>
            <a:r>
              <a:rPr kumimoji="0" lang="zh-CN" altLang="zh-CN" sz="1200" b="0" i="0" u="none" strike="noStrike" cap="none" normalizeH="0" baseline="0" dirty="0" smtClean="0">
                <a:ln>
                  <a:noFill/>
                </a:ln>
                <a:solidFill>
                  <a:srgbClr val="1772F6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6</a:t>
            </a:r>
            <a:r>
              <a:rPr kumimoji="0" lang="zh-CN" altLang="zh-CN" sz="1200" b="0" i="0" u="none" strike="noStrike" cap="none" normalizeH="0" baseline="0" dirty="0" smtClean="0">
                <a:ln>
                  <a:noFill/>
                </a:ln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]]) </a:t>
            </a:r>
            <a:endParaRPr kumimoji="0" lang="en-US" altLang="zh-CN" sz="1200" b="0" i="0" u="none" strike="noStrike" cap="none" normalizeH="0" baseline="0" dirty="0" smtClean="0">
              <a:ln>
                <a:noFill/>
              </a:ln>
              <a:solidFill>
                <a:srgbClr val="191B1F"/>
              </a:solidFill>
              <a:effectLst/>
              <a:latin typeface="Times New Roman" panose="02020603050405020304" pitchFamily="18" charset="0"/>
              <a:ea typeface="Menlo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1" i="0" u="none" strike="noStrike" cap="none" normalizeH="0" baseline="0" dirty="0" smtClean="0">
                <a:ln>
                  <a:noFill/>
                </a:ln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print</a:t>
            </a:r>
            <a:r>
              <a:rPr kumimoji="0" lang="zh-CN" altLang="zh-CN" sz="1200" b="0" i="0" u="none" strike="noStrike" cap="none" normalizeH="0" baseline="0" dirty="0" smtClean="0">
                <a:ln>
                  <a:noFill/>
                </a:ln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(</a:t>
            </a:r>
            <a:r>
              <a:rPr kumimoji="0" lang="zh-CN" altLang="zh-CN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0" lang="zh-CN" altLang="zh-CN" sz="1200" b="0" i="0" u="none" strike="noStrike" cap="none" normalizeH="0" baseline="0" dirty="0" smtClean="0">
                <a:ln>
                  <a:noFill/>
                </a:ln>
                <a:solidFill>
                  <a:srgbClr val="191B1F"/>
                </a:solidFill>
                <a:effectLst/>
                <a:latin typeface="Times New Roman" panose="02020603050405020304" pitchFamily="18" charset="0"/>
                <a:ea typeface="Menlo"/>
                <a:cs typeface="Times New Roman" panose="02020603050405020304" pitchFamily="18" charset="0"/>
              </a:rPr>
              <a:t>)</a:t>
            </a:r>
            <a:r>
              <a:rPr kumimoji="0" lang="zh-CN" altLang="zh-CN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539552" y="260648"/>
            <a:ext cx="8153400" cy="990600"/>
          </a:xfrm>
        </p:spPr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安装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PyCharm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74853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8153400" cy="990600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Jupyter Notebook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中使用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132474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启动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Jupyter Notebook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后，打开一个新的笔记本，然后输入以下代码来导入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707" y="2996952"/>
            <a:ext cx="8259281" cy="3399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6331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604664"/>
          </a:xfrm>
        </p:spPr>
        <p:txBody>
          <a:bodyPr/>
          <a:lstStyle/>
          <a:p>
            <a:r>
              <a:rPr lang="zh-CN" altLang="en-US" dirty="0" smtClean="0"/>
              <a:t>运行简单的示例：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8153400" cy="990600"/>
          </a:xfrm>
        </p:spPr>
        <p:txBody>
          <a:bodyPr/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Jupyter Notebook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中使用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83568" y="2553816"/>
            <a:ext cx="4536504" cy="2585323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创建一个张量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torch.rand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(5, 3)  #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创建一个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5x3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的随机张量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print("Random tensor:\n", x)</a:t>
            </a: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张量加法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torch.rand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(5, 3)  #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创建另一个随机张量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z = x + y             #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张量加法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print("Addition result:\n", z)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088" y="2420888"/>
            <a:ext cx="3446388" cy="3245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2933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3_中性">
  <a:themeElements>
    <a:clrScheme name="中性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中性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中性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中性">
    <a:dk1>
      <a:sysClr val="windowText" lastClr="000000"/>
    </a:dk1>
    <a:lt1>
      <a:sysClr val="window" lastClr="FFFFFF"/>
    </a:lt1>
    <a:dk2>
      <a:srgbClr val="775F55"/>
    </a:dk2>
    <a:lt2>
      <a:srgbClr val="EBDDC3"/>
    </a:lt2>
    <a:accent1>
      <a:srgbClr val="94B6D2"/>
    </a:accent1>
    <a:accent2>
      <a:srgbClr val="DD8047"/>
    </a:accent2>
    <a:accent3>
      <a:srgbClr val="A5AB81"/>
    </a:accent3>
    <a:accent4>
      <a:srgbClr val="D8B25C"/>
    </a:accent4>
    <a:accent5>
      <a:srgbClr val="7BA79D"/>
    </a:accent5>
    <a:accent6>
      <a:srgbClr val="968C8C"/>
    </a:accent6>
    <a:hlink>
      <a:srgbClr val="F7B615"/>
    </a:hlink>
    <a:folHlink>
      <a:srgbClr val="70440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2286</TotalTime>
  <Words>701</Words>
  <Application>Microsoft Office PowerPoint</Application>
  <PresentationFormat>全屏显示(4:3)</PresentationFormat>
  <Paragraphs>75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6" baseType="lpstr">
      <vt:lpstr>Menlo</vt:lpstr>
      <vt:lpstr>黑体</vt:lpstr>
      <vt:lpstr>华文仿宋</vt:lpstr>
      <vt:lpstr>楷体</vt:lpstr>
      <vt:lpstr>楷体_GB2312</vt:lpstr>
      <vt:lpstr>宋体</vt:lpstr>
      <vt:lpstr>微软雅黑</vt:lpstr>
      <vt:lpstr>Arial</vt:lpstr>
      <vt:lpstr>Calibri</vt:lpstr>
      <vt:lpstr>Garamond</vt:lpstr>
      <vt:lpstr>Times New Roman</vt:lpstr>
      <vt:lpstr>Tw Cen MT</vt:lpstr>
      <vt:lpstr>Wingdings</vt:lpstr>
      <vt:lpstr>Wingdings 2</vt:lpstr>
      <vt:lpstr>3_中性</vt:lpstr>
      <vt:lpstr>自定义设计方案</vt:lpstr>
      <vt:lpstr>深度学习框架</vt:lpstr>
      <vt:lpstr>PyTorch安装</vt:lpstr>
      <vt:lpstr>Anaconda安装</vt:lpstr>
      <vt:lpstr>PowerPoint 演示文稿</vt:lpstr>
      <vt:lpstr>PowerPoint 演示文稿</vt:lpstr>
      <vt:lpstr>Python基础指导</vt:lpstr>
      <vt:lpstr>Python基础指导</vt:lpstr>
      <vt:lpstr>PowerPoint 演示文稿</vt:lpstr>
      <vt:lpstr>Python基础指导</vt:lpstr>
      <vt:lpstr>PyTorch安装</vt:lpstr>
      <vt:lpstr>PyTorch安装</vt:lpstr>
      <vt:lpstr>PyTorch安装</vt:lpstr>
      <vt:lpstr>PyTorch安装</vt:lpstr>
      <vt:lpstr>安装PyCharm</vt:lpstr>
      <vt:lpstr>安装PyCharm</vt:lpstr>
      <vt:lpstr>安装PyCharm</vt:lpstr>
      <vt:lpstr>安装PyCharm</vt:lpstr>
      <vt:lpstr>安装PyCharm</vt:lpstr>
      <vt:lpstr>Jupyter Notebook中使用PyTorch</vt:lpstr>
      <vt:lpstr>Jupyter Notebook中使用PyTorch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</dc:creator>
  <cp:lastModifiedBy>Microsoft 帐户</cp:lastModifiedBy>
  <cp:revision>108</cp:revision>
  <cp:lastPrinted>2021-09-07T02:05:01Z</cp:lastPrinted>
  <dcterms:created xsi:type="dcterms:W3CDTF">2018-03-15T08:43:47Z</dcterms:created>
  <dcterms:modified xsi:type="dcterms:W3CDTF">2026-03-11T04:54:58Z</dcterms:modified>
</cp:coreProperties>
</file>